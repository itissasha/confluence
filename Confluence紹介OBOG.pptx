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>
        <p:scale>
          <a:sx n="66" d="100"/>
          <a:sy n="66" d="100"/>
        </p:scale>
        <p:origin x="158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1D64B-E170-4AAB-BDFA-E79154612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28F719-390C-4BB6-9B7A-BE73C9DBE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ED0EBC-76A7-4313-B51E-AC3934AE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0642C3-53B4-4D7D-B833-1E9D0FD2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E79493-2D37-40EC-9757-7AAC134E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79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D7E77-27FA-4979-8A4F-BE9C4EF8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7D39E5-A883-4ACF-89D7-2AA9F00E8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4CE4C9-5FD1-48E8-8EF0-21C202AB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514043-A122-4699-B634-5F35ABF3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1AFD4A-5959-43C0-8623-981EA413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74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299C9B-3FC1-4F31-9175-AB45DAD0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8F923-8816-4F06-814F-80BAA1AF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A85C82-D5B1-4F10-939E-97F896FE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69999-63C7-4F76-AC46-D7668A31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DB4125-C27E-485A-BBE2-128DB50F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90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2D64E8-2DCB-4B1B-BFB4-CA09B3C4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FFF409-F64F-40F5-9D73-4BFD5B982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E052F3-FB2F-48FC-8811-87BE5E403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7F2971-4825-4A3C-8E6E-3629865E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3B727A-053C-4590-8A7A-27FECB22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F1BFE0-7C4F-43EB-BB7F-676B1F9C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94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B281F7-2D68-4F9B-94C9-15A3C348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9F3955-D12C-467F-8DC3-563398DA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73CC9A7-1E5C-4CF0-A89A-5B65377F9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EBA00A-15D1-4715-8C41-9DE5ACA25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488D8B-2A35-420C-962D-E3942423F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B9605D-4435-4ADD-872E-7C8470A9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259C49-48A8-4207-A7D7-374E6326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FADEED-62EC-4C56-9B1A-DAC8DD99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30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54375-7CE3-4D95-90ED-231133A7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46F754-85AD-4D13-9DD1-C276D1AB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431BDD-F854-41A7-8AB2-B66889F2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82ABA0-6B09-4AC4-AF55-343E5C29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870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5FFCB8-A4D3-4E55-8FE0-DACD5151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AEAC23-0480-4E0C-8143-E9F0AB5E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D868E9-D706-45CF-A5AC-304C8127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87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CCDC5-71FC-4936-9741-685871F4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4F1EC8-3D2C-45B4-8E3F-2A98A3A3B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032F02-330D-455B-A506-E7BBFFB4F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4D8E2B-DCEA-48E1-86D5-02F815D6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31B996-7D28-4680-A585-3B153341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7A55E6-960C-43C2-80EF-A0BA959A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70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8DF4D-073C-48D1-B716-3C051805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AFE264-31EF-4DB1-9857-C7B0A1607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728652-E74D-4C04-BC2A-CBF6D5AE6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174F88-0FBB-49F7-BBFC-27885EAE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965D93-FA96-427C-8102-1722772E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AD78FA-DB73-455E-9CFF-A59D3A5A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29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6C605-3028-44BE-A44E-AC8934F3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C19B2C-CC08-4058-8814-D4C431340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F64748-5E80-4567-AAD4-5EEA4CDB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573745-3466-4E81-8CF1-4A1C1A8C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FA9DA-C00C-4072-B478-66600BA6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67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4767798-76EF-47FA-9A2A-D2F73680F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4E1228-9404-4680-9A7A-C6BC83B78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4FD9C-6475-4BC4-8B76-9ED72CD7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A033B2-907B-4D7B-9F73-B7FBA393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0D2A3-9C04-425A-B27C-570617BE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1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13D767-27D6-47BE-99CA-34EE99F9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CC4593-00DD-483B-8FDB-C0B82CFE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7C7825-7AC3-473A-8B86-2C57A702C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70756-BE8C-48F8-A442-12A0FFEBBF91}" type="datetimeFigureOut">
              <a:rPr kumimoji="1" lang="ja-JP" altLang="en-US" smtClean="0"/>
              <a:t>2022/3/11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8DE2BA-75CD-42BE-AFA2-94B3928E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7269EB-32CA-4276-B5B7-479714DE8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C8FFC-BD86-4154-B45F-91CCD1574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14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DCAFB98F-2069-451E-926D-C8AF2CC5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89"/>
            <a:ext cx="12144285" cy="516284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32C752E-BC2C-4943-849E-9A75E1FFB1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466"/>
          <a:stretch/>
        </p:blipFill>
        <p:spPr>
          <a:xfrm>
            <a:off x="1246512" y="5289093"/>
            <a:ext cx="10897773" cy="1542757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36ABEFB-4164-4B09-BB37-53A26E0C0FBC}"/>
              </a:ext>
            </a:extLst>
          </p:cNvPr>
          <p:cNvSpPr/>
          <p:nvPr/>
        </p:nvSpPr>
        <p:spPr>
          <a:xfrm>
            <a:off x="1493240" y="1283516"/>
            <a:ext cx="3422709" cy="1820411"/>
          </a:xfrm>
          <a:custGeom>
            <a:avLst/>
            <a:gdLst>
              <a:gd name="connsiteX0" fmla="*/ 0 w 3422709"/>
              <a:gd name="connsiteY0" fmla="*/ 0 h 1820411"/>
              <a:gd name="connsiteX1" fmla="*/ 604679 w 3422709"/>
              <a:gd name="connsiteY1" fmla="*/ 0 h 1820411"/>
              <a:gd name="connsiteX2" fmla="*/ 1243584 w 3422709"/>
              <a:gd name="connsiteY2" fmla="*/ 0 h 1820411"/>
              <a:gd name="connsiteX3" fmla="*/ 1848263 w 3422709"/>
              <a:gd name="connsiteY3" fmla="*/ 0 h 1820411"/>
              <a:gd name="connsiteX4" fmla="*/ 2418714 w 3422709"/>
              <a:gd name="connsiteY4" fmla="*/ 0 h 1820411"/>
              <a:gd name="connsiteX5" fmla="*/ 2886485 w 3422709"/>
              <a:gd name="connsiteY5" fmla="*/ 0 h 1820411"/>
              <a:gd name="connsiteX6" fmla="*/ 3422709 w 3422709"/>
              <a:gd name="connsiteY6" fmla="*/ 0 h 1820411"/>
              <a:gd name="connsiteX7" fmla="*/ 3422709 w 3422709"/>
              <a:gd name="connsiteY7" fmla="*/ 436899 h 1820411"/>
              <a:gd name="connsiteX8" fmla="*/ 3422709 w 3422709"/>
              <a:gd name="connsiteY8" fmla="*/ 873797 h 1820411"/>
              <a:gd name="connsiteX9" fmla="*/ 3422709 w 3422709"/>
              <a:gd name="connsiteY9" fmla="*/ 1292492 h 1820411"/>
              <a:gd name="connsiteX10" fmla="*/ 3422709 w 3422709"/>
              <a:gd name="connsiteY10" fmla="*/ 1820411 h 1820411"/>
              <a:gd name="connsiteX11" fmla="*/ 2920712 w 3422709"/>
              <a:gd name="connsiteY11" fmla="*/ 1820411 h 1820411"/>
              <a:gd name="connsiteX12" fmla="*/ 2452941 w 3422709"/>
              <a:gd name="connsiteY12" fmla="*/ 1820411 h 1820411"/>
              <a:gd name="connsiteX13" fmla="*/ 1916717 w 3422709"/>
              <a:gd name="connsiteY13" fmla="*/ 1820411 h 1820411"/>
              <a:gd name="connsiteX14" fmla="*/ 1277811 w 3422709"/>
              <a:gd name="connsiteY14" fmla="*/ 1820411 h 1820411"/>
              <a:gd name="connsiteX15" fmla="*/ 741587 w 3422709"/>
              <a:gd name="connsiteY15" fmla="*/ 1820411 h 1820411"/>
              <a:gd name="connsiteX16" fmla="*/ 0 w 3422709"/>
              <a:gd name="connsiteY16" fmla="*/ 1820411 h 1820411"/>
              <a:gd name="connsiteX17" fmla="*/ 0 w 3422709"/>
              <a:gd name="connsiteY17" fmla="*/ 1328900 h 1820411"/>
              <a:gd name="connsiteX18" fmla="*/ 0 w 3422709"/>
              <a:gd name="connsiteY18" fmla="*/ 855593 h 1820411"/>
              <a:gd name="connsiteX19" fmla="*/ 0 w 3422709"/>
              <a:gd name="connsiteY19" fmla="*/ 436899 h 1820411"/>
              <a:gd name="connsiteX20" fmla="*/ 0 w 3422709"/>
              <a:gd name="connsiteY20" fmla="*/ 0 h 182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22709" h="1820411" extrusionOk="0">
                <a:moveTo>
                  <a:pt x="0" y="0"/>
                </a:moveTo>
                <a:cubicBezTo>
                  <a:pt x="225611" y="-8487"/>
                  <a:pt x="404317" y="3639"/>
                  <a:pt x="604679" y="0"/>
                </a:cubicBezTo>
                <a:cubicBezTo>
                  <a:pt x="805041" y="-3639"/>
                  <a:pt x="993659" y="21282"/>
                  <a:pt x="1243584" y="0"/>
                </a:cubicBezTo>
                <a:cubicBezTo>
                  <a:pt x="1493509" y="-21282"/>
                  <a:pt x="1646552" y="63402"/>
                  <a:pt x="1848263" y="0"/>
                </a:cubicBezTo>
                <a:cubicBezTo>
                  <a:pt x="2049974" y="-63402"/>
                  <a:pt x="2243655" y="19778"/>
                  <a:pt x="2418714" y="0"/>
                </a:cubicBezTo>
                <a:cubicBezTo>
                  <a:pt x="2593773" y="-19778"/>
                  <a:pt x="2751573" y="2056"/>
                  <a:pt x="2886485" y="0"/>
                </a:cubicBezTo>
                <a:cubicBezTo>
                  <a:pt x="3021397" y="-2056"/>
                  <a:pt x="3193639" y="709"/>
                  <a:pt x="3422709" y="0"/>
                </a:cubicBezTo>
                <a:cubicBezTo>
                  <a:pt x="3467705" y="131520"/>
                  <a:pt x="3391569" y="263553"/>
                  <a:pt x="3422709" y="436899"/>
                </a:cubicBezTo>
                <a:cubicBezTo>
                  <a:pt x="3453849" y="610245"/>
                  <a:pt x="3418210" y="682029"/>
                  <a:pt x="3422709" y="873797"/>
                </a:cubicBezTo>
                <a:cubicBezTo>
                  <a:pt x="3427208" y="1065565"/>
                  <a:pt x="3381278" y="1123803"/>
                  <a:pt x="3422709" y="1292492"/>
                </a:cubicBezTo>
                <a:cubicBezTo>
                  <a:pt x="3464140" y="1461181"/>
                  <a:pt x="3387388" y="1630589"/>
                  <a:pt x="3422709" y="1820411"/>
                </a:cubicBezTo>
                <a:cubicBezTo>
                  <a:pt x="3240120" y="1835478"/>
                  <a:pt x="3023649" y="1763845"/>
                  <a:pt x="2920712" y="1820411"/>
                </a:cubicBezTo>
                <a:cubicBezTo>
                  <a:pt x="2817775" y="1876977"/>
                  <a:pt x="2552045" y="1793690"/>
                  <a:pt x="2452941" y="1820411"/>
                </a:cubicBezTo>
                <a:cubicBezTo>
                  <a:pt x="2353837" y="1847132"/>
                  <a:pt x="2139237" y="1801010"/>
                  <a:pt x="1916717" y="1820411"/>
                </a:cubicBezTo>
                <a:cubicBezTo>
                  <a:pt x="1694197" y="1839812"/>
                  <a:pt x="1564192" y="1817307"/>
                  <a:pt x="1277811" y="1820411"/>
                </a:cubicBezTo>
                <a:cubicBezTo>
                  <a:pt x="991430" y="1823515"/>
                  <a:pt x="944100" y="1763331"/>
                  <a:pt x="741587" y="1820411"/>
                </a:cubicBezTo>
                <a:cubicBezTo>
                  <a:pt x="539074" y="1877491"/>
                  <a:pt x="180228" y="1790973"/>
                  <a:pt x="0" y="1820411"/>
                </a:cubicBezTo>
                <a:cubicBezTo>
                  <a:pt x="-2233" y="1616491"/>
                  <a:pt x="4741" y="1571495"/>
                  <a:pt x="0" y="1328900"/>
                </a:cubicBezTo>
                <a:cubicBezTo>
                  <a:pt x="-4741" y="1086305"/>
                  <a:pt x="17514" y="974681"/>
                  <a:pt x="0" y="855593"/>
                </a:cubicBezTo>
                <a:cubicBezTo>
                  <a:pt x="-17514" y="736505"/>
                  <a:pt x="13893" y="623954"/>
                  <a:pt x="0" y="436899"/>
                </a:cubicBezTo>
                <a:cubicBezTo>
                  <a:pt x="-13893" y="249844"/>
                  <a:pt x="42812" y="162650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7705984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49BD7A44-F594-400C-8D18-5A21E8C86EDB}"/>
              </a:ext>
            </a:extLst>
          </p:cNvPr>
          <p:cNvSpPr/>
          <p:nvPr/>
        </p:nvSpPr>
        <p:spPr>
          <a:xfrm>
            <a:off x="4731391" y="152401"/>
            <a:ext cx="3755384" cy="868680"/>
          </a:xfrm>
          <a:custGeom>
            <a:avLst/>
            <a:gdLst>
              <a:gd name="connsiteX0" fmla="*/ 0 w 3755384"/>
              <a:gd name="connsiteY0" fmla="*/ 144783 h 868680"/>
              <a:gd name="connsiteX1" fmla="*/ 144783 w 3755384"/>
              <a:gd name="connsiteY1" fmla="*/ 0 h 868680"/>
              <a:gd name="connsiteX2" fmla="*/ 625897 w 3755384"/>
              <a:gd name="connsiteY2" fmla="*/ 0 h 868680"/>
              <a:gd name="connsiteX3" fmla="*/ 625897 w 3755384"/>
              <a:gd name="connsiteY3" fmla="*/ 0 h 868680"/>
              <a:gd name="connsiteX4" fmla="*/ 1564743 w 3755384"/>
              <a:gd name="connsiteY4" fmla="*/ 0 h 868680"/>
              <a:gd name="connsiteX5" fmla="*/ 3610601 w 3755384"/>
              <a:gd name="connsiteY5" fmla="*/ 0 h 868680"/>
              <a:gd name="connsiteX6" fmla="*/ 3755384 w 3755384"/>
              <a:gd name="connsiteY6" fmla="*/ 144783 h 868680"/>
              <a:gd name="connsiteX7" fmla="*/ 3755384 w 3755384"/>
              <a:gd name="connsiteY7" fmla="*/ 506730 h 868680"/>
              <a:gd name="connsiteX8" fmla="*/ 3755384 w 3755384"/>
              <a:gd name="connsiteY8" fmla="*/ 506730 h 868680"/>
              <a:gd name="connsiteX9" fmla="*/ 3755384 w 3755384"/>
              <a:gd name="connsiteY9" fmla="*/ 723900 h 868680"/>
              <a:gd name="connsiteX10" fmla="*/ 3755384 w 3755384"/>
              <a:gd name="connsiteY10" fmla="*/ 723897 h 868680"/>
              <a:gd name="connsiteX11" fmla="*/ 3610601 w 3755384"/>
              <a:gd name="connsiteY11" fmla="*/ 868680 h 868680"/>
              <a:gd name="connsiteX12" fmla="*/ 1564743 w 3755384"/>
              <a:gd name="connsiteY12" fmla="*/ 868680 h 868680"/>
              <a:gd name="connsiteX13" fmla="*/ 235463 w 3755384"/>
              <a:gd name="connsiteY13" fmla="*/ 1063464 h 868680"/>
              <a:gd name="connsiteX14" fmla="*/ 625897 w 3755384"/>
              <a:gd name="connsiteY14" fmla="*/ 868680 h 868680"/>
              <a:gd name="connsiteX15" fmla="*/ 144783 w 3755384"/>
              <a:gd name="connsiteY15" fmla="*/ 868680 h 868680"/>
              <a:gd name="connsiteX16" fmla="*/ 0 w 3755384"/>
              <a:gd name="connsiteY16" fmla="*/ 723897 h 868680"/>
              <a:gd name="connsiteX17" fmla="*/ 0 w 3755384"/>
              <a:gd name="connsiteY17" fmla="*/ 723900 h 868680"/>
              <a:gd name="connsiteX18" fmla="*/ 0 w 3755384"/>
              <a:gd name="connsiteY18" fmla="*/ 506730 h 868680"/>
              <a:gd name="connsiteX19" fmla="*/ 0 w 3755384"/>
              <a:gd name="connsiteY19" fmla="*/ 506730 h 868680"/>
              <a:gd name="connsiteX20" fmla="*/ 0 w 3755384"/>
              <a:gd name="connsiteY20" fmla="*/ 144783 h 86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55384" h="868680" fill="none" extrusionOk="0">
                <a:moveTo>
                  <a:pt x="0" y="144783"/>
                </a:moveTo>
                <a:cubicBezTo>
                  <a:pt x="-4050" y="72064"/>
                  <a:pt x="68891" y="3024"/>
                  <a:pt x="144783" y="0"/>
                </a:cubicBezTo>
                <a:cubicBezTo>
                  <a:pt x="316699" y="8631"/>
                  <a:pt x="447246" y="-15769"/>
                  <a:pt x="625897" y="0"/>
                </a:cubicBezTo>
                <a:lnTo>
                  <a:pt x="625897" y="0"/>
                </a:lnTo>
                <a:cubicBezTo>
                  <a:pt x="1010955" y="-6732"/>
                  <a:pt x="1210988" y="-44292"/>
                  <a:pt x="1564743" y="0"/>
                </a:cubicBezTo>
                <a:cubicBezTo>
                  <a:pt x="2411512" y="-118311"/>
                  <a:pt x="2784241" y="101145"/>
                  <a:pt x="3610601" y="0"/>
                </a:cubicBezTo>
                <a:cubicBezTo>
                  <a:pt x="3691771" y="-6913"/>
                  <a:pt x="3743896" y="64172"/>
                  <a:pt x="3755384" y="144783"/>
                </a:cubicBezTo>
                <a:cubicBezTo>
                  <a:pt x="3785220" y="323666"/>
                  <a:pt x="3748358" y="327853"/>
                  <a:pt x="3755384" y="506730"/>
                </a:cubicBezTo>
                <a:lnTo>
                  <a:pt x="3755384" y="506730"/>
                </a:lnTo>
                <a:cubicBezTo>
                  <a:pt x="3764662" y="602937"/>
                  <a:pt x="3767437" y="631573"/>
                  <a:pt x="3755384" y="723900"/>
                </a:cubicBezTo>
                <a:lnTo>
                  <a:pt x="3755384" y="723897"/>
                </a:lnTo>
                <a:cubicBezTo>
                  <a:pt x="3756904" y="804334"/>
                  <a:pt x="3690514" y="867690"/>
                  <a:pt x="3610601" y="868680"/>
                </a:cubicBezTo>
                <a:cubicBezTo>
                  <a:pt x="3384483" y="916127"/>
                  <a:pt x="1772173" y="877112"/>
                  <a:pt x="1564743" y="868680"/>
                </a:cubicBezTo>
                <a:cubicBezTo>
                  <a:pt x="1351546" y="868809"/>
                  <a:pt x="579382" y="919554"/>
                  <a:pt x="235463" y="1063464"/>
                </a:cubicBezTo>
                <a:cubicBezTo>
                  <a:pt x="384026" y="1016098"/>
                  <a:pt x="563864" y="900084"/>
                  <a:pt x="625897" y="868680"/>
                </a:cubicBezTo>
                <a:cubicBezTo>
                  <a:pt x="458342" y="836408"/>
                  <a:pt x="278108" y="849168"/>
                  <a:pt x="144783" y="868680"/>
                </a:cubicBezTo>
                <a:cubicBezTo>
                  <a:pt x="54446" y="874498"/>
                  <a:pt x="774" y="805954"/>
                  <a:pt x="0" y="723897"/>
                </a:cubicBezTo>
                <a:lnTo>
                  <a:pt x="0" y="723900"/>
                </a:lnTo>
                <a:cubicBezTo>
                  <a:pt x="9559" y="672948"/>
                  <a:pt x="-9650" y="565331"/>
                  <a:pt x="0" y="506730"/>
                </a:cubicBezTo>
                <a:lnTo>
                  <a:pt x="0" y="506730"/>
                </a:lnTo>
                <a:cubicBezTo>
                  <a:pt x="-22012" y="442624"/>
                  <a:pt x="-27950" y="277453"/>
                  <a:pt x="0" y="144783"/>
                </a:cubicBezTo>
                <a:close/>
              </a:path>
              <a:path w="3755384" h="868680" stroke="0" extrusionOk="0">
                <a:moveTo>
                  <a:pt x="0" y="144783"/>
                </a:moveTo>
                <a:cubicBezTo>
                  <a:pt x="-9387" y="59032"/>
                  <a:pt x="51595" y="4964"/>
                  <a:pt x="144783" y="0"/>
                </a:cubicBezTo>
                <a:cubicBezTo>
                  <a:pt x="333865" y="-34724"/>
                  <a:pt x="477032" y="-31901"/>
                  <a:pt x="625897" y="0"/>
                </a:cubicBezTo>
                <a:lnTo>
                  <a:pt x="625897" y="0"/>
                </a:lnTo>
                <a:cubicBezTo>
                  <a:pt x="812472" y="67824"/>
                  <a:pt x="1179565" y="31970"/>
                  <a:pt x="1564743" y="0"/>
                </a:cubicBezTo>
                <a:cubicBezTo>
                  <a:pt x="2076603" y="-20187"/>
                  <a:pt x="3353076" y="-152480"/>
                  <a:pt x="3610601" y="0"/>
                </a:cubicBezTo>
                <a:cubicBezTo>
                  <a:pt x="3693871" y="393"/>
                  <a:pt x="3757391" y="60692"/>
                  <a:pt x="3755384" y="144783"/>
                </a:cubicBezTo>
                <a:cubicBezTo>
                  <a:pt x="3760769" y="319004"/>
                  <a:pt x="3756836" y="337747"/>
                  <a:pt x="3755384" y="506730"/>
                </a:cubicBezTo>
                <a:lnTo>
                  <a:pt x="3755384" y="506730"/>
                </a:lnTo>
                <a:cubicBezTo>
                  <a:pt x="3750040" y="542284"/>
                  <a:pt x="3745346" y="631043"/>
                  <a:pt x="3755384" y="723900"/>
                </a:cubicBezTo>
                <a:lnTo>
                  <a:pt x="3755384" y="723897"/>
                </a:lnTo>
                <a:cubicBezTo>
                  <a:pt x="3758552" y="805631"/>
                  <a:pt x="3700832" y="871149"/>
                  <a:pt x="3610601" y="868680"/>
                </a:cubicBezTo>
                <a:cubicBezTo>
                  <a:pt x="2835004" y="1030877"/>
                  <a:pt x="2094161" y="940842"/>
                  <a:pt x="1564743" y="868680"/>
                </a:cubicBezTo>
                <a:cubicBezTo>
                  <a:pt x="1394463" y="786032"/>
                  <a:pt x="400092" y="931015"/>
                  <a:pt x="235463" y="1063464"/>
                </a:cubicBezTo>
                <a:cubicBezTo>
                  <a:pt x="408918" y="997947"/>
                  <a:pt x="578696" y="925465"/>
                  <a:pt x="625897" y="868680"/>
                </a:cubicBezTo>
                <a:cubicBezTo>
                  <a:pt x="509446" y="828648"/>
                  <a:pt x="285796" y="831740"/>
                  <a:pt x="144783" y="868680"/>
                </a:cubicBezTo>
                <a:cubicBezTo>
                  <a:pt x="55257" y="870251"/>
                  <a:pt x="-4713" y="800606"/>
                  <a:pt x="0" y="723897"/>
                </a:cubicBezTo>
                <a:lnTo>
                  <a:pt x="0" y="723900"/>
                </a:lnTo>
                <a:cubicBezTo>
                  <a:pt x="8783" y="664873"/>
                  <a:pt x="-13253" y="537594"/>
                  <a:pt x="0" y="506730"/>
                </a:cubicBezTo>
                <a:lnTo>
                  <a:pt x="0" y="506730"/>
                </a:lnTo>
                <a:cubicBezTo>
                  <a:pt x="14030" y="408331"/>
                  <a:pt x="21887" y="278628"/>
                  <a:pt x="0" y="144783"/>
                </a:cubicBez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43730"/>
                      <a:gd name="adj2" fmla="val 72423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更新をトリガーとして、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任意のメンバ情報をリストアップ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D04CD93-A4DC-47E1-8639-9CA0379DF377}"/>
              </a:ext>
            </a:extLst>
          </p:cNvPr>
          <p:cNvSpPr/>
          <p:nvPr/>
        </p:nvSpPr>
        <p:spPr>
          <a:xfrm>
            <a:off x="4102100" y="4203700"/>
            <a:ext cx="317500" cy="120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749EF15-85FC-4573-9465-19CB92844954}"/>
              </a:ext>
            </a:extLst>
          </p:cNvPr>
          <p:cNvSpPr/>
          <p:nvPr/>
        </p:nvSpPr>
        <p:spPr>
          <a:xfrm>
            <a:off x="1493240" y="3187816"/>
            <a:ext cx="889234" cy="1891138"/>
          </a:xfrm>
          <a:custGeom>
            <a:avLst/>
            <a:gdLst>
              <a:gd name="connsiteX0" fmla="*/ 0 w 889234"/>
              <a:gd name="connsiteY0" fmla="*/ 0 h 1891138"/>
              <a:gd name="connsiteX1" fmla="*/ 417940 w 889234"/>
              <a:gd name="connsiteY1" fmla="*/ 0 h 1891138"/>
              <a:gd name="connsiteX2" fmla="*/ 889234 w 889234"/>
              <a:gd name="connsiteY2" fmla="*/ 0 h 1891138"/>
              <a:gd name="connsiteX3" fmla="*/ 889234 w 889234"/>
              <a:gd name="connsiteY3" fmla="*/ 453873 h 1891138"/>
              <a:gd name="connsiteX4" fmla="*/ 889234 w 889234"/>
              <a:gd name="connsiteY4" fmla="*/ 907746 h 1891138"/>
              <a:gd name="connsiteX5" fmla="*/ 889234 w 889234"/>
              <a:gd name="connsiteY5" fmla="*/ 1380531 h 1891138"/>
              <a:gd name="connsiteX6" fmla="*/ 889234 w 889234"/>
              <a:gd name="connsiteY6" fmla="*/ 1891138 h 1891138"/>
              <a:gd name="connsiteX7" fmla="*/ 435725 w 889234"/>
              <a:gd name="connsiteY7" fmla="*/ 1891138 h 1891138"/>
              <a:gd name="connsiteX8" fmla="*/ 0 w 889234"/>
              <a:gd name="connsiteY8" fmla="*/ 1891138 h 1891138"/>
              <a:gd name="connsiteX9" fmla="*/ 0 w 889234"/>
              <a:gd name="connsiteY9" fmla="*/ 1475088 h 1891138"/>
              <a:gd name="connsiteX10" fmla="*/ 0 w 889234"/>
              <a:gd name="connsiteY10" fmla="*/ 1021215 h 1891138"/>
              <a:gd name="connsiteX11" fmla="*/ 0 w 889234"/>
              <a:gd name="connsiteY11" fmla="*/ 605164 h 1891138"/>
              <a:gd name="connsiteX12" fmla="*/ 0 w 889234"/>
              <a:gd name="connsiteY12" fmla="*/ 0 h 18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89234" h="1891138" extrusionOk="0">
                <a:moveTo>
                  <a:pt x="0" y="0"/>
                </a:moveTo>
                <a:cubicBezTo>
                  <a:pt x="122626" y="-7459"/>
                  <a:pt x="260846" y="11608"/>
                  <a:pt x="417940" y="0"/>
                </a:cubicBezTo>
                <a:cubicBezTo>
                  <a:pt x="575034" y="-11608"/>
                  <a:pt x="791007" y="18053"/>
                  <a:pt x="889234" y="0"/>
                </a:cubicBezTo>
                <a:cubicBezTo>
                  <a:pt x="943566" y="119897"/>
                  <a:pt x="865554" y="239425"/>
                  <a:pt x="889234" y="453873"/>
                </a:cubicBezTo>
                <a:cubicBezTo>
                  <a:pt x="912914" y="668321"/>
                  <a:pt x="873709" y="685191"/>
                  <a:pt x="889234" y="907746"/>
                </a:cubicBezTo>
                <a:cubicBezTo>
                  <a:pt x="904759" y="1130301"/>
                  <a:pt x="884388" y="1250950"/>
                  <a:pt x="889234" y="1380531"/>
                </a:cubicBezTo>
                <a:cubicBezTo>
                  <a:pt x="894080" y="1510113"/>
                  <a:pt x="848396" y="1761976"/>
                  <a:pt x="889234" y="1891138"/>
                </a:cubicBezTo>
                <a:cubicBezTo>
                  <a:pt x="733227" y="1892205"/>
                  <a:pt x="651900" y="1860805"/>
                  <a:pt x="435725" y="1891138"/>
                </a:cubicBezTo>
                <a:cubicBezTo>
                  <a:pt x="219550" y="1921471"/>
                  <a:pt x="128156" y="1878993"/>
                  <a:pt x="0" y="1891138"/>
                </a:cubicBezTo>
                <a:cubicBezTo>
                  <a:pt x="-23084" y="1767059"/>
                  <a:pt x="3912" y="1681301"/>
                  <a:pt x="0" y="1475088"/>
                </a:cubicBezTo>
                <a:cubicBezTo>
                  <a:pt x="-3912" y="1268875"/>
                  <a:pt x="42248" y="1155430"/>
                  <a:pt x="0" y="1021215"/>
                </a:cubicBezTo>
                <a:cubicBezTo>
                  <a:pt x="-42248" y="887000"/>
                  <a:pt x="7020" y="737761"/>
                  <a:pt x="0" y="605164"/>
                </a:cubicBezTo>
                <a:cubicBezTo>
                  <a:pt x="-7020" y="472567"/>
                  <a:pt x="2057" y="153875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1475588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吹き出し: 角を丸めた四角形 27">
            <a:extLst>
              <a:ext uri="{FF2B5EF4-FFF2-40B4-BE49-F238E27FC236}">
                <a16:creationId xmlns:a16="http://schemas.microsoft.com/office/drawing/2014/main" id="{53A33E7B-5B89-411E-997D-2E93EA35DFF0}"/>
              </a:ext>
            </a:extLst>
          </p:cNvPr>
          <p:cNvSpPr/>
          <p:nvPr/>
        </p:nvSpPr>
        <p:spPr>
          <a:xfrm>
            <a:off x="2910980" y="3565207"/>
            <a:ext cx="4871557" cy="868680"/>
          </a:xfrm>
          <a:custGeom>
            <a:avLst/>
            <a:gdLst>
              <a:gd name="connsiteX0" fmla="*/ 0 w 4871557"/>
              <a:gd name="connsiteY0" fmla="*/ 144783 h 868680"/>
              <a:gd name="connsiteX1" fmla="*/ 144783 w 4871557"/>
              <a:gd name="connsiteY1" fmla="*/ 0 h 868680"/>
              <a:gd name="connsiteX2" fmla="*/ 811926 w 4871557"/>
              <a:gd name="connsiteY2" fmla="*/ 0 h 868680"/>
              <a:gd name="connsiteX3" fmla="*/ 811926 w 4871557"/>
              <a:gd name="connsiteY3" fmla="*/ 0 h 868680"/>
              <a:gd name="connsiteX4" fmla="*/ 2029815 w 4871557"/>
              <a:gd name="connsiteY4" fmla="*/ 0 h 868680"/>
              <a:gd name="connsiteX5" fmla="*/ 4726774 w 4871557"/>
              <a:gd name="connsiteY5" fmla="*/ 0 h 868680"/>
              <a:gd name="connsiteX6" fmla="*/ 4871557 w 4871557"/>
              <a:gd name="connsiteY6" fmla="*/ 144783 h 868680"/>
              <a:gd name="connsiteX7" fmla="*/ 4871557 w 4871557"/>
              <a:gd name="connsiteY7" fmla="*/ 144780 h 868680"/>
              <a:gd name="connsiteX8" fmla="*/ 4871557 w 4871557"/>
              <a:gd name="connsiteY8" fmla="*/ 144780 h 868680"/>
              <a:gd name="connsiteX9" fmla="*/ 4871557 w 4871557"/>
              <a:gd name="connsiteY9" fmla="*/ 361950 h 868680"/>
              <a:gd name="connsiteX10" fmla="*/ 4871557 w 4871557"/>
              <a:gd name="connsiteY10" fmla="*/ 723897 h 868680"/>
              <a:gd name="connsiteX11" fmla="*/ 4726774 w 4871557"/>
              <a:gd name="connsiteY11" fmla="*/ 868680 h 868680"/>
              <a:gd name="connsiteX12" fmla="*/ 2029815 w 4871557"/>
              <a:gd name="connsiteY12" fmla="*/ 868680 h 868680"/>
              <a:gd name="connsiteX13" fmla="*/ 811926 w 4871557"/>
              <a:gd name="connsiteY13" fmla="*/ 868680 h 868680"/>
              <a:gd name="connsiteX14" fmla="*/ 811926 w 4871557"/>
              <a:gd name="connsiteY14" fmla="*/ 868680 h 868680"/>
              <a:gd name="connsiteX15" fmla="*/ 144783 w 4871557"/>
              <a:gd name="connsiteY15" fmla="*/ 868680 h 868680"/>
              <a:gd name="connsiteX16" fmla="*/ 0 w 4871557"/>
              <a:gd name="connsiteY16" fmla="*/ 723897 h 868680"/>
              <a:gd name="connsiteX17" fmla="*/ 0 w 4871557"/>
              <a:gd name="connsiteY17" fmla="*/ 361950 h 868680"/>
              <a:gd name="connsiteX18" fmla="*/ -585074 w 4871557"/>
              <a:gd name="connsiteY18" fmla="*/ 333625 h 868680"/>
              <a:gd name="connsiteX19" fmla="*/ 0 w 4871557"/>
              <a:gd name="connsiteY19" fmla="*/ 144780 h 868680"/>
              <a:gd name="connsiteX20" fmla="*/ 0 w 4871557"/>
              <a:gd name="connsiteY20" fmla="*/ 144783 h 86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71557" h="868680" fill="none" extrusionOk="0">
                <a:moveTo>
                  <a:pt x="0" y="144783"/>
                </a:moveTo>
                <a:cubicBezTo>
                  <a:pt x="8793" y="69581"/>
                  <a:pt x="62915" y="767"/>
                  <a:pt x="144783" y="0"/>
                </a:cubicBezTo>
                <a:cubicBezTo>
                  <a:pt x="252401" y="-27795"/>
                  <a:pt x="581565" y="-35534"/>
                  <a:pt x="811926" y="0"/>
                </a:cubicBezTo>
                <a:lnTo>
                  <a:pt x="811926" y="0"/>
                </a:lnTo>
                <a:cubicBezTo>
                  <a:pt x="1108162" y="-29686"/>
                  <a:pt x="1518161" y="-20560"/>
                  <a:pt x="2029815" y="0"/>
                </a:cubicBezTo>
                <a:cubicBezTo>
                  <a:pt x="3044229" y="-117130"/>
                  <a:pt x="3662289" y="123459"/>
                  <a:pt x="4726774" y="0"/>
                </a:cubicBezTo>
                <a:cubicBezTo>
                  <a:pt x="4809701" y="4726"/>
                  <a:pt x="4863136" y="66000"/>
                  <a:pt x="4871557" y="144783"/>
                </a:cubicBezTo>
                <a:lnTo>
                  <a:pt x="4871557" y="144780"/>
                </a:lnTo>
                <a:lnTo>
                  <a:pt x="4871557" y="144780"/>
                </a:lnTo>
                <a:cubicBezTo>
                  <a:pt x="4876849" y="216588"/>
                  <a:pt x="4864885" y="297311"/>
                  <a:pt x="4871557" y="361950"/>
                </a:cubicBezTo>
                <a:cubicBezTo>
                  <a:pt x="4874898" y="454712"/>
                  <a:pt x="4898868" y="588958"/>
                  <a:pt x="4871557" y="723897"/>
                </a:cubicBezTo>
                <a:cubicBezTo>
                  <a:pt x="4867872" y="799243"/>
                  <a:pt x="4805682" y="872110"/>
                  <a:pt x="4726774" y="868680"/>
                </a:cubicBezTo>
                <a:cubicBezTo>
                  <a:pt x="3831445" y="1002074"/>
                  <a:pt x="2981034" y="737960"/>
                  <a:pt x="2029815" y="868680"/>
                </a:cubicBezTo>
                <a:cubicBezTo>
                  <a:pt x="1734742" y="968477"/>
                  <a:pt x="1049965" y="937954"/>
                  <a:pt x="811926" y="868680"/>
                </a:cubicBezTo>
                <a:lnTo>
                  <a:pt x="811926" y="868680"/>
                </a:lnTo>
                <a:cubicBezTo>
                  <a:pt x="653113" y="918993"/>
                  <a:pt x="327029" y="919397"/>
                  <a:pt x="144783" y="868680"/>
                </a:cubicBezTo>
                <a:cubicBezTo>
                  <a:pt x="48910" y="868613"/>
                  <a:pt x="2396" y="798943"/>
                  <a:pt x="0" y="723897"/>
                </a:cubicBezTo>
                <a:cubicBezTo>
                  <a:pt x="-30842" y="579723"/>
                  <a:pt x="-1678" y="417692"/>
                  <a:pt x="0" y="361950"/>
                </a:cubicBezTo>
                <a:cubicBezTo>
                  <a:pt x="-273304" y="382727"/>
                  <a:pt x="-404995" y="385641"/>
                  <a:pt x="-585074" y="333625"/>
                </a:cubicBezTo>
                <a:cubicBezTo>
                  <a:pt x="-357157" y="280689"/>
                  <a:pt x="-193133" y="207164"/>
                  <a:pt x="0" y="144780"/>
                </a:cubicBezTo>
                <a:lnTo>
                  <a:pt x="0" y="144783"/>
                </a:lnTo>
                <a:close/>
              </a:path>
              <a:path w="4871557" h="868680" stroke="0" extrusionOk="0">
                <a:moveTo>
                  <a:pt x="0" y="144783"/>
                </a:moveTo>
                <a:cubicBezTo>
                  <a:pt x="-4232" y="72058"/>
                  <a:pt x="75043" y="-6912"/>
                  <a:pt x="144783" y="0"/>
                </a:cubicBezTo>
                <a:cubicBezTo>
                  <a:pt x="343466" y="-42981"/>
                  <a:pt x="724842" y="20336"/>
                  <a:pt x="811926" y="0"/>
                </a:cubicBezTo>
                <a:lnTo>
                  <a:pt x="811926" y="0"/>
                </a:lnTo>
                <a:cubicBezTo>
                  <a:pt x="1038851" y="-7071"/>
                  <a:pt x="1444422" y="103627"/>
                  <a:pt x="2029815" y="0"/>
                </a:cubicBezTo>
                <a:cubicBezTo>
                  <a:pt x="2540258" y="-134364"/>
                  <a:pt x="3911558" y="130381"/>
                  <a:pt x="4726774" y="0"/>
                </a:cubicBezTo>
                <a:cubicBezTo>
                  <a:pt x="4804725" y="-4737"/>
                  <a:pt x="4876065" y="61327"/>
                  <a:pt x="4871557" y="144783"/>
                </a:cubicBezTo>
                <a:lnTo>
                  <a:pt x="4871557" y="144780"/>
                </a:lnTo>
                <a:lnTo>
                  <a:pt x="4871557" y="144780"/>
                </a:lnTo>
                <a:cubicBezTo>
                  <a:pt x="4877477" y="242209"/>
                  <a:pt x="4885121" y="279188"/>
                  <a:pt x="4871557" y="361950"/>
                </a:cubicBezTo>
                <a:cubicBezTo>
                  <a:pt x="4889118" y="506222"/>
                  <a:pt x="4893545" y="685929"/>
                  <a:pt x="4871557" y="723897"/>
                </a:cubicBezTo>
                <a:cubicBezTo>
                  <a:pt x="4886989" y="802175"/>
                  <a:pt x="4793055" y="872644"/>
                  <a:pt x="4726774" y="868680"/>
                </a:cubicBezTo>
                <a:cubicBezTo>
                  <a:pt x="3967402" y="830921"/>
                  <a:pt x="2395948" y="919178"/>
                  <a:pt x="2029815" y="868680"/>
                </a:cubicBezTo>
                <a:cubicBezTo>
                  <a:pt x="1812001" y="774152"/>
                  <a:pt x="1232495" y="767288"/>
                  <a:pt x="811926" y="868680"/>
                </a:cubicBezTo>
                <a:lnTo>
                  <a:pt x="811926" y="868680"/>
                </a:lnTo>
                <a:cubicBezTo>
                  <a:pt x="511489" y="893544"/>
                  <a:pt x="261891" y="861079"/>
                  <a:pt x="144783" y="868680"/>
                </a:cubicBezTo>
                <a:cubicBezTo>
                  <a:pt x="54547" y="859309"/>
                  <a:pt x="14436" y="800478"/>
                  <a:pt x="0" y="723897"/>
                </a:cubicBezTo>
                <a:cubicBezTo>
                  <a:pt x="-16564" y="613983"/>
                  <a:pt x="5239" y="411306"/>
                  <a:pt x="0" y="361950"/>
                </a:cubicBezTo>
                <a:cubicBezTo>
                  <a:pt x="-119448" y="305568"/>
                  <a:pt x="-376791" y="383181"/>
                  <a:pt x="-585074" y="333625"/>
                </a:cubicBezTo>
                <a:cubicBezTo>
                  <a:pt x="-415408" y="266141"/>
                  <a:pt x="-114623" y="174714"/>
                  <a:pt x="0" y="144780"/>
                </a:cubicBezTo>
                <a:lnTo>
                  <a:pt x="0" y="144783"/>
                </a:ln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842418190">
                  <a:prstGeom prst="wedgeRoundRectCallout">
                    <a:avLst>
                      <a:gd name="adj1" fmla="val -62010"/>
                      <a:gd name="adj2" fmla="val -11594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タスク、人、期限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自動的にリストアップし</a:t>
            </a:r>
            <a:b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遅れや刈り取り状況を確認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BC23929-AA64-47B1-91FC-D8A3F669FAF9}"/>
              </a:ext>
            </a:extLst>
          </p:cNvPr>
          <p:cNvSpPr/>
          <p:nvPr/>
        </p:nvSpPr>
        <p:spPr>
          <a:xfrm>
            <a:off x="1419137" y="5162843"/>
            <a:ext cx="6583960" cy="1477862"/>
          </a:xfrm>
          <a:custGeom>
            <a:avLst/>
            <a:gdLst>
              <a:gd name="connsiteX0" fmla="*/ 0 w 6583960"/>
              <a:gd name="connsiteY0" fmla="*/ 0 h 1477862"/>
              <a:gd name="connsiteX1" fmla="*/ 598542 w 6583960"/>
              <a:gd name="connsiteY1" fmla="*/ 0 h 1477862"/>
              <a:gd name="connsiteX2" fmla="*/ 1065404 w 6583960"/>
              <a:gd name="connsiteY2" fmla="*/ 0 h 1477862"/>
              <a:gd name="connsiteX3" fmla="*/ 1663946 w 6583960"/>
              <a:gd name="connsiteY3" fmla="*/ 0 h 1477862"/>
              <a:gd name="connsiteX4" fmla="*/ 2328328 w 6583960"/>
              <a:gd name="connsiteY4" fmla="*/ 0 h 1477862"/>
              <a:gd name="connsiteX5" fmla="*/ 2729351 w 6583960"/>
              <a:gd name="connsiteY5" fmla="*/ 0 h 1477862"/>
              <a:gd name="connsiteX6" fmla="*/ 3196213 w 6583960"/>
              <a:gd name="connsiteY6" fmla="*/ 0 h 1477862"/>
              <a:gd name="connsiteX7" fmla="*/ 3794755 w 6583960"/>
              <a:gd name="connsiteY7" fmla="*/ 0 h 1477862"/>
              <a:gd name="connsiteX8" fmla="*/ 4393297 w 6583960"/>
              <a:gd name="connsiteY8" fmla="*/ 0 h 1477862"/>
              <a:gd name="connsiteX9" fmla="*/ 5057678 w 6583960"/>
              <a:gd name="connsiteY9" fmla="*/ 0 h 1477862"/>
              <a:gd name="connsiteX10" fmla="*/ 5722060 w 6583960"/>
              <a:gd name="connsiteY10" fmla="*/ 0 h 1477862"/>
              <a:gd name="connsiteX11" fmla="*/ 6583960 w 6583960"/>
              <a:gd name="connsiteY11" fmla="*/ 0 h 1477862"/>
              <a:gd name="connsiteX12" fmla="*/ 6583960 w 6583960"/>
              <a:gd name="connsiteY12" fmla="*/ 463063 h 1477862"/>
              <a:gd name="connsiteX13" fmla="*/ 6583960 w 6583960"/>
              <a:gd name="connsiteY13" fmla="*/ 955684 h 1477862"/>
              <a:gd name="connsiteX14" fmla="*/ 6583960 w 6583960"/>
              <a:gd name="connsiteY14" fmla="*/ 1477862 h 1477862"/>
              <a:gd name="connsiteX15" fmla="*/ 6182937 w 6583960"/>
              <a:gd name="connsiteY15" fmla="*/ 1477862 h 1477862"/>
              <a:gd name="connsiteX16" fmla="*/ 5716074 w 6583960"/>
              <a:gd name="connsiteY16" fmla="*/ 1477862 h 1477862"/>
              <a:gd name="connsiteX17" fmla="*/ 5249212 w 6583960"/>
              <a:gd name="connsiteY17" fmla="*/ 1477862 h 1477862"/>
              <a:gd name="connsiteX18" fmla="*/ 4782349 w 6583960"/>
              <a:gd name="connsiteY18" fmla="*/ 1477862 h 1477862"/>
              <a:gd name="connsiteX19" fmla="*/ 4249647 w 6583960"/>
              <a:gd name="connsiteY19" fmla="*/ 1477862 h 1477862"/>
              <a:gd name="connsiteX20" fmla="*/ 3716945 w 6583960"/>
              <a:gd name="connsiteY20" fmla="*/ 1477862 h 1477862"/>
              <a:gd name="connsiteX21" fmla="*/ 3118403 w 6583960"/>
              <a:gd name="connsiteY21" fmla="*/ 1477862 h 1477862"/>
              <a:gd name="connsiteX22" fmla="*/ 2651540 w 6583960"/>
              <a:gd name="connsiteY22" fmla="*/ 1477862 h 1477862"/>
              <a:gd name="connsiteX23" fmla="*/ 2250517 w 6583960"/>
              <a:gd name="connsiteY23" fmla="*/ 1477862 h 1477862"/>
              <a:gd name="connsiteX24" fmla="*/ 1717815 w 6583960"/>
              <a:gd name="connsiteY24" fmla="*/ 1477862 h 1477862"/>
              <a:gd name="connsiteX25" fmla="*/ 1185113 w 6583960"/>
              <a:gd name="connsiteY25" fmla="*/ 1477862 h 1477862"/>
              <a:gd name="connsiteX26" fmla="*/ 784090 w 6583960"/>
              <a:gd name="connsiteY26" fmla="*/ 1477862 h 1477862"/>
              <a:gd name="connsiteX27" fmla="*/ 0 w 6583960"/>
              <a:gd name="connsiteY27" fmla="*/ 1477862 h 1477862"/>
              <a:gd name="connsiteX28" fmla="*/ 0 w 6583960"/>
              <a:gd name="connsiteY28" fmla="*/ 1014799 h 1477862"/>
              <a:gd name="connsiteX29" fmla="*/ 0 w 6583960"/>
              <a:gd name="connsiteY29" fmla="*/ 536957 h 1477862"/>
              <a:gd name="connsiteX30" fmla="*/ 0 w 6583960"/>
              <a:gd name="connsiteY30" fmla="*/ 0 h 1477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583960" h="1477862" extrusionOk="0">
                <a:moveTo>
                  <a:pt x="0" y="0"/>
                </a:moveTo>
                <a:cubicBezTo>
                  <a:pt x="125760" y="-53668"/>
                  <a:pt x="418874" y="63882"/>
                  <a:pt x="598542" y="0"/>
                </a:cubicBezTo>
                <a:cubicBezTo>
                  <a:pt x="778210" y="-63882"/>
                  <a:pt x="864926" y="18375"/>
                  <a:pt x="1065404" y="0"/>
                </a:cubicBezTo>
                <a:cubicBezTo>
                  <a:pt x="1265882" y="-18375"/>
                  <a:pt x="1482039" y="62953"/>
                  <a:pt x="1663946" y="0"/>
                </a:cubicBezTo>
                <a:cubicBezTo>
                  <a:pt x="1845853" y="-62953"/>
                  <a:pt x="2151282" y="639"/>
                  <a:pt x="2328328" y="0"/>
                </a:cubicBezTo>
                <a:cubicBezTo>
                  <a:pt x="2505374" y="-639"/>
                  <a:pt x="2562657" y="26577"/>
                  <a:pt x="2729351" y="0"/>
                </a:cubicBezTo>
                <a:cubicBezTo>
                  <a:pt x="2896045" y="-26577"/>
                  <a:pt x="3041627" y="31914"/>
                  <a:pt x="3196213" y="0"/>
                </a:cubicBezTo>
                <a:cubicBezTo>
                  <a:pt x="3350799" y="-31914"/>
                  <a:pt x="3514610" y="51368"/>
                  <a:pt x="3794755" y="0"/>
                </a:cubicBezTo>
                <a:cubicBezTo>
                  <a:pt x="4074900" y="-51368"/>
                  <a:pt x="4123964" y="11045"/>
                  <a:pt x="4393297" y="0"/>
                </a:cubicBezTo>
                <a:cubicBezTo>
                  <a:pt x="4662630" y="-11045"/>
                  <a:pt x="4728983" y="62072"/>
                  <a:pt x="5057678" y="0"/>
                </a:cubicBezTo>
                <a:cubicBezTo>
                  <a:pt x="5386373" y="-62072"/>
                  <a:pt x="5507080" y="76473"/>
                  <a:pt x="5722060" y="0"/>
                </a:cubicBezTo>
                <a:cubicBezTo>
                  <a:pt x="5937040" y="-76473"/>
                  <a:pt x="6274795" y="27460"/>
                  <a:pt x="6583960" y="0"/>
                </a:cubicBezTo>
                <a:cubicBezTo>
                  <a:pt x="6591397" y="142390"/>
                  <a:pt x="6533725" y="247846"/>
                  <a:pt x="6583960" y="463063"/>
                </a:cubicBezTo>
                <a:cubicBezTo>
                  <a:pt x="6634195" y="678280"/>
                  <a:pt x="6574655" y="846870"/>
                  <a:pt x="6583960" y="955684"/>
                </a:cubicBezTo>
                <a:cubicBezTo>
                  <a:pt x="6593265" y="1064498"/>
                  <a:pt x="6572331" y="1299293"/>
                  <a:pt x="6583960" y="1477862"/>
                </a:cubicBezTo>
                <a:cubicBezTo>
                  <a:pt x="6408949" y="1506792"/>
                  <a:pt x="6346508" y="1466006"/>
                  <a:pt x="6182937" y="1477862"/>
                </a:cubicBezTo>
                <a:cubicBezTo>
                  <a:pt x="6019366" y="1489718"/>
                  <a:pt x="5926129" y="1462870"/>
                  <a:pt x="5716074" y="1477862"/>
                </a:cubicBezTo>
                <a:cubicBezTo>
                  <a:pt x="5506019" y="1492854"/>
                  <a:pt x="5471593" y="1446382"/>
                  <a:pt x="5249212" y="1477862"/>
                </a:cubicBezTo>
                <a:cubicBezTo>
                  <a:pt x="5026831" y="1509342"/>
                  <a:pt x="4938675" y="1439839"/>
                  <a:pt x="4782349" y="1477862"/>
                </a:cubicBezTo>
                <a:cubicBezTo>
                  <a:pt x="4626023" y="1515885"/>
                  <a:pt x="4357328" y="1443295"/>
                  <a:pt x="4249647" y="1477862"/>
                </a:cubicBezTo>
                <a:cubicBezTo>
                  <a:pt x="4141966" y="1512429"/>
                  <a:pt x="3824278" y="1477590"/>
                  <a:pt x="3716945" y="1477862"/>
                </a:cubicBezTo>
                <a:cubicBezTo>
                  <a:pt x="3609612" y="1478134"/>
                  <a:pt x="3349308" y="1415276"/>
                  <a:pt x="3118403" y="1477862"/>
                </a:cubicBezTo>
                <a:cubicBezTo>
                  <a:pt x="2887498" y="1540448"/>
                  <a:pt x="2746326" y="1477809"/>
                  <a:pt x="2651540" y="1477862"/>
                </a:cubicBezTo>
                <a:cubicBezTo>
                  <a:pt x="2556754" y="1477915"/>
                  <a:pt x="2398606" y="1437235"/>
                  <a:pt x="2250517" y="1477862"/>
                </a:cubicBezTo>
                <a:cubicBezTo>
                  <a:pt x="2102428" y="1518489"/>
                  <a:pt x="1921147" y="1453716"/>
                  <a:pt x="1717815" y="1477862"/>
                </a:cubicBezTo>
                <a:cubicBezTo>
                  <a:pt x="1514483" y="1502008"/>
                  <a:pt x="1442131" y="1450662"/>
                  <a:pt x="1185113" y="1477862"/>
                </a:cubicBezTo>
                <a:cubicBezTo>
                  <a:pt x="928095" y="1505062"/>
                  <a:pt x="917150" y="1441404"/>
                  <a:pt x="784090" y="1477862"/>
                </a:cubicBezTo>
                <a:cubicBezTo>
                  <a:pt x="651030" y="1514320"/>
                  <a:pt x="201095" y="1415601"/>
                  <a:pt x="0" y="1477862"/>
                </a:cubicBezTo>
                <a:cubicBezTo>
                  <a:pt x="-44714" y="1366761"/>
                  <a:pt x="39107" y="1207218"/>
                  <a:pt x="0" y="1014799"/>
                </a:cubicBezTo>
                <a:cubicBezTo>
                  <a:pt x="-39107" y="822380"/>
                  <a:pt x="32838" y="676833"/>
                  <a:pt x="0" y="536957"/>
                </a:cubicBezTo>
                <a:cubicBezTo>
                  <a:pt x="-32838" y="397081"/>
                  <a:pt x="57062" y="14771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49495701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吹き出し: 角を丸めた四角形 29">
            <a:extLst>
              <a:ext uri="{FF2B5EF4-FFF2-40B4-BE49-F238E27FC236}">
                <a16:creationId xmlns:a16="http://schemas.microsoft.com/office/drawing/2014/main" id="{CE6CB4CA-C922-4406-8611-B221708A75BD}"/>
              </a:ext>
            </a:extLst>
          </p:cNvPr>
          <p:cNvSpPr/>
          <p:nvPr/>
        </p:nvSpPr>
        <p:spPr>
          <a:xfrm>
            <a:off x="4754052" y="4677670"/>
            <a:ext cx="5531841" cy="802568"/>
          </a:xfrm>
          <a:custGeom>
            <a:avLst/>
            <a:gdLst>
              <a:gd name="connsiteX0" fmla="*/ 0 w 5531841"/>
              <a:gd name="connsiteY0" fmla="*/ 133764 h 802568"/>
              <a:gd name="connsiteX1" fmla="*/ 133764 w 5531841"/>
              <a:gd name="connsiteY1" fmla="*/ 0 h 802568"/>
              <a:gd name="connsiteX2" fmla="*/ 921974 w 5531841"/>
              <a:gd name="connsiteY2" fmla="*/ 0 h 802568"/>
              <a:gd name="connsiteX3" fmla="*/ 921974 w 5531841"/>
              <a:gd name="connsiteY3" fmla="*/ 0 h 802568"/>
              <a:gd name="connsiteX4" fmla="*/ 2304934 w 5531841"/>
              <a:gd name="connsiteY4" fmla="*/ 0 h 802568"/>
              <a:gd name="connsiteX5" fmla="*/ 5398077 w 5531841"/>
              <a:gd name="connsiteY5" fmla="*/ 0 h 802568"/>
              <a:gd name="connsiteX6" fmla="*/ 5531841 w 5531841"/>
              <a:gd name="connsiteY6" fmla="*/ 133764 h 802568"/>
              <a:gd name="connsiteX7" fmla="*/ 5531841 w 5531841"/>
              <a:gd name="connsiteY7" fmla="*/ 468165 h 802568"/>
              <a:gd name="connsiteX8" fmla="*/ 5531841 w 5531841"/>
              <a:gd name="connsiteY8" fmla="*/ 468165 h 802568"/>
              <a:gd name="connsiteX9" fmla="*/ 5531841 w 5531841"/>
              <a:gd name="connsiteY9" fmla="*/ 668807 h 802568"/>
              <a:gd name="connsiteX10" fmla="*/ 5531841 w 5531841"/>
              <a:gd name="connsiteY10" fmla="*/ 668804 h 802568"/>
              <a:gd name="connsiteX11" fmla="*/ 5398077 w 5531841"/>
              <a:gd name="connsiteY11" fmla="*/ 802568 h 802568"/>
              <a:gd name="connsiteX12" fmla="*/ 2304934 w 5531841"/>
              <a:gd name="connsiteY12" fmla="*/ 802568 h 802568"/>
              <a:gd name="connsiteX13" fmla="*/ 921974 w 5531841"/>
              <a:gd name="connsiteY13" fmla="*/ 802568 h 802568"/>
              <a:gd name="connsiteX14" fmla="*/ 921974 w 5531841"/>
              <a:gd name="connsiteY14" fmla="*/ 802568 h 802568"/>
              <a:gd name="connsiteX15" fmla="*/ 133764 w 5531841"/>
              <a:gd name="connsiteY15" fmla="*/ 802568 h 802568"/>
              <a:gd name="connsiteX16" fmla="*/ 0 w 5531841"/>
              <a:gd name="connsiteY16" fmla="*/ 668804 h 802568"/>
              <a:gd name="connsiteX17" fmla="*/ 0 w 5531841"/>
              <a:gd name="connsiteY17" fmla="*/ 668807 h 802568"/>
              <a:gd name="connsiteX18" fmla="*/ -509483 w 5531841"/>
              <a:gd name="connsiteY18" fmla="*/ 728491 h 802568"/>
              <a:gd name="connsiteX19" fmla="*/ 0 w 5531841"/>
              <a:gd name="connsiteY19" fmla="*/ 468165 h 802568"/>
              <a:gd name="connsiteX20" fmla="*/ 0 w 5531841"/>
              <a:gd name="connsiteY20" fmla="*/ 133764 h 802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531841" h="802568" fill="none" extrusionOk="0">
                <a:moveTo>
                  <a:pt x="0" y="133764"/>
                </a:moveTo>
                <a:cubicBezTo>
                  <a:pt x="-5843" y="47350"/>
                  <a:pt x="71099" y="741"/>
                  <a:pt x="133764" y="0"/>
                </a:cubicBezTo>
                <a:cubicBezTo>
                  <a:pt x="250633" y="-12931"/>
                  <a:pt x="620363" y="39503"/>
                  <a:pt x="921974" y="0"/>
                </a:cubicBezTo>
                <a:lnTo>
                  <a:pt x="921974" y="0"/>
                </a:lnTo>
                <a:cubicBezTo>
                  <a:pt x="1589858" y="8609"/>
                  <a:pt x="2034506" y="-56003"/>
                  <a:pt x="2304934" y="0"/>
                </a:cubicBezTo>
                <a:cubicBezTo>
                  <a:pt x="3644794" y="-96150"/>
                  <a:pt x="4110704" y="-77386"/>
                  <a:pt x="5398077" y="0"/>
                </a:cubicBezTo>
                <a:cubicBezTo>
                  <a:pt x="5463855" y="-4463"/>
                  <a:pt x="5541360" y="64899"/>
                  <a:pt x="5531841" y="133764"/>
                </a:cubicBezTo>
                <a:cubicBezTo>
                  <a:pt x="5506077" y="244489"/>
                  <a:pt x="5557077" y="405073"/>
                  <a:pt x="5531841" y="468165"/>
                </a:cubicBezTo>
                <a:lnTo>
                  <a:pt x="5531841" y="468165"/>
                </a:lnTo>
                <a:cubicBezTo>
                  <a:pt x="5527305" y="540604"/>
                  <a:pt x="5536523" y="579782"/>
                  <a:pt x="5531841" y="668807"/>
                </a:cubicBezTo>
                <a:lnTo>
                  <a:pt x="5531841" y="668804"/>
                </a:lnTo>
                <a:cubicBezTo>
                  <a:pt x="5534844" y="730520"/>
                  <a:pt x="5467586" y="802746"/>
                  <a:pt x="5398077" y="802568"/>
                </a:cubicBezTo>
                <a:cubicBezTo>
                  <a:pt x="4796211" y="752864"/>
                  <a:pt x="3596104" y="883896"/>
                  <a:pt x="2304934" y="802568"/>
                </a:cubicBezTo>
                <a:cubicBezTo>
                  <a:pt x="1671406" y="901178"/>
                  <a:pt x="1116466" y="855613"/>
                  <a:pt x="921974" y="802568"/>
                </a:cubicBezTo>
                <a:lnTo>
                  <a:pt x="921974" y="802568"/>
                </a:lnTo>
                <a:cubicBezTo>
                  <a:pt x="754386" y="809275"/>
                  <a:pt x="236165" y="736308"/>
                  <a:pt x="133764" y="802568"/>
                </a:cubicBezTo>
                <a:cubicBezTo>
                  <a:pt x="64324" y="808974"/>
                  <a:pt x="11249" y="738909"/>
                  <a:pt x="0" y="668804"/>
                </a:cubicBezTo>
                <a:lnTo>
                  <a:pt x="0" y="668807"/>
                </a:lnTo>
                <a:cubicBezTo>
                  <a:pt x="-133678" y="665242"/>
                  <a:pt x="-455064" y="725970"/>
                  <a:pt x="-509483" y="728491"/>
                </a:cubicBezTo>
                <a:cubicBezTo>
                  <a:pt x="-293554" y="623070"/>
                  <a:pt x="-145114" y="577799"/>
                  <a:pt x="0" y="468165"/>
                </a:cubicBezTo>
                <a:cubicBezTo>
                  <a:pt x="-19690" y="406841"/>
                  <a:pt x="-10841" y="292447"/>
                  <a:pt x="0" y="133764"/>
                </a:cubicBezTo>
                <a:close/>
              </a:path>
              <a:path w="5531841" h="802568" stroke="0" extrusionOk="0">
                <a:moveTo>
                  <a:pt x="0" y="133764"/>
                </a:moveTo>
                <a:cubicBezTo>
                  <a:pt x="5467" y="54475"/>
                  <a:pt x="60653" y="8963"/>
                  <a:pt x="133764" y="0"/>
                </a:cubicBezTo>
                <a:cubicBezTo>
                  <a:pt x="337741" y="-70076"/>
                  <a:pt x="788721" y="53083"/>
                  <a:pt x="921974" y="0"/>
                </a:cubicBezTo>
                <a:lnTo>
                  <a:pt x="921974" y="0"/>
                </a:lnTo>
                <a:cubicBezTo>
                  <a:pt x="1119074" y="108522"/>
                  <a:pt x="1813158" y="40227"/>
                  <a:pt x="2304934" y="0"/>
                </a:cubicBezTo>
                <a:cubicBezTo>
                  <a:pt x="3112525" y="6962"/>
                  <a:pt x="3885133" y="-100858"/>
                  <a:pt x="5398077" y="0"/>
                </a:cubicBezTo>
                <a:cubicBezTo>
                  <a:pt x="5469380" y="-1020"/>
                  <a:pt x="5543554" y="58702"/>
                  <a:pt x="5531841" y="133764"/>
                </a:cubicBezTo>
                <a:cubicBezTo>
                  <a:pt x="5544399" y="178041"/>
                  <a:pt x="5525299" y="322689"/>
                  <a:pt x="5531841" y="468165"/>
                </a:cubicBezTo>
                <a:lnTo>
                  <a:pt x="5531841" y="468165"/>
                </a:lnTo>
                <a:cubicBezTo>
                  <a:pt x="5521220" y="538227"/>
                  <a:pt x="5543696" y="581322"/>
                  <a:pt x="5531841" y="668807"/>
                </a:cubicBezTo>
                <a:lnTo>
                  <a:pt x="5531841" y="668804"/>
                </a:lnTo>
                <a:cubicBezTo>
                  <a:pt x="5537298" y="741609"/>
                  <a:pt x="5475115" y="807204"/>
                  <a:pt x="5398077" y="802568"/>
                </a:cubicBezTo>
                <a:cubicBezTo>
                  <a:pt x="5013781" y="787371"/>
                  <a:pt x="2750139" y="806110"/>
                  <a:pt x="2304934" y="802568"/>
                </a:cubicBezTo>
                <a:cubicBezTo>
                  <a:pt x="1623401" y="730517"/>
                  <a:pt x="1445452" y="925715"/>
                  <a:pt x="921974" y="802568"/>
                </a:cubicBezTo>
                <a:lnTo>
                  <a:pt x="921974" y="802568"/>
                </a:lnTo>
                <a:cubicBezTo>
                  <a:pt x="813299" y="750017"/>
                  <a:pt x="451355" y="868934"/>
                  <a:pt x="133764" y="802568"/>
                </a:cubicBezTo>
                <a:cubicBezTo>
                  <a:pt x="48181" y="799217"/>
                  <a:pt x="2322" y="743910"/>
                  <a:pt x="0" y="668804"/>
                </a:cubicBezTo>
                <a:lnTo>
                  <a:pt x="0" y="668807"/>
                </a:lnTo>
                <a:cubicBezTo>
                  <a:pt x="-145698" y="656800"/>
                  <a:pt x="-301822" y="675976"/>
                  <a:pt x="-509483" y="728491"/>
                </a:cubicBezTo>
                <a:cubicBezTo>
                  <a:pt x="-372064" y="682210"/>
                  <a:pt x="-75338" y="454561"/>
                  <a:pt x="0" y="468165"/>
                </a:cubicBezTo>
                <a:cubicBezTo>
                  <a:pt x="-1544" y="418282"/>
                  <a:pt x="23787" y="193135"/>
                  <a:pt x="0" y="133764"/>
                </a:cubicBez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846074279">
                  <a:prstGeom prst="wedgeRoundRectCallout">
                    <a:avLst>
                      <a:gd name="adj1" fmla="val -59210"/>
                      <a:gd name="adj2" fmla="val 40770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リリース情報を目立つ形で管理</a:t>
            </a:r>
            <a:b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 Name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等、表示したい情報をあらかじめ設定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134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7DFF36FE-AE8B-4B57-9243-81B8C446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846"/>
            <a:ext cx="12192000" cy="5432627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23F886FB-73E1-4D40-9825-64C717EAA0D1}"/>
              </a:ext>
            </a:extLst>
          </p:cNvPr>
          <p:cNvSpPr/>
          <p:nvPr/>
        </p:nvSpPr>
        <p:spPr>
          <a:xfrm>
            <a:off x="6610990" y="71846"/>
            <a:ext cx="4501509" cy="868680"/>
          </a:xfrm>
          <a:custGeom>
            <a:avLst/>
            <a:gdLst>
              <a:gd name="connsiteX0" fmla="*/ 0 w 4501509"/>
              <a:gd name="connsiteY0" fmla="*/ 144783 h 868680"/>
              <a:gd name="connsiteX1" fmla="*/ 144783 w 4501509"/>
              <a:gd name="connsiteY1" fmla="*/ 0 h 868680"/>
              <a:gd name="connsiteX2" fmla="*/ 750252 w 4501509"/>
              <a:gd name="connsiteY2" fmla="*/ 0 h 868680"/>
              <a:gd name="connsiteX3" fmla="*/ 750252 w 4501509"/>
              <a:gd name="connsiteY3" fmla="*/ 0 h 868680"/>
              <a:gd name="connsiteX4" fmla="*/ 1875629 w 4501509"/>
              <a:gd name="connsiteY4" fmla="*/ 0 h 868680"/>
              <a:gd name="connsiteX5" fmla="*/ 4356726 w 4501509"/>
              <a:gd name="connsiteY5" fmla="*/ 0 h 868680"/>
              <a:gd name="connsiteX6" fmla="*/ 4501509 w 4501509"/>
              <a:gd name="connsiteY6" fmla="*/ 144783 h 868680"/>
              <a:gd name="connsiteX7" fmla="*/ 4501509 w 4501509"/>
              <a:gd name="connsiteY7" fmla="*/ 506730 h 868680"/>
              <a:gd name="connsiteX8" fmla="*/ 4501509 w 4501509"/>
              <a:gd name="connsiteY8" fmla="*/ 506730 h 868680"/>
              <a:gd name="connsiteX9" fmla="*/ 4501509 w 4501509"/>
              <a:gd name="connsiteY9" fmla="*/ 723900 h 868680"/>
              <a:gd name="connsiteX10" fmla="*/ 4501509 w 4501509"/>
              <a:gd name="connsiteY10" fmla="*/ 723897 h 868680"/>
              <a:gd name="connsiteX11" fmla="*/ 4356726 w 4501509"/>
              <a:gd name="connsiteY11" fmla="*/ 868680 h 868680"/>
              <a:gd name="connsiteX12" fmla="*/ 1875629 w 4501509"/>
              <a:gd name="connsiteY12" fmla="*/ 868680 h 868680"/>
              <a:gd name="connsiteX13" fmla="*/ 625125 w 4501509"/>
              <a:gd name="connsiteY13" fmla="*/ 1152365 h 868680"/>
              <a:gd name="connsiteX14" fmla="*/ 750252 w 4501509"/>
              <a:gd name="connsiteY14" fmla="*/ 868680 h 868680"/>
              <a:gd name="connsiteX15" fmla="*/ 144783 w 4501509"/>
              <a:gd name="connsiteY15" fmla="*/ 868680 h 868680"/>
              <a:gd name="connsiteX16" fmla="*/ 0 w 4501509"/>
              <a:gd name="connsiteY16" fmla="*/ 723897 h 868680"/>
              <a:gd name="connsiteX17" fmla="*/ 0 w 4501509"/>
              <a:gd name="connsiteY17" fmla="*/ 723900 h 868680"/>
              <a:gd name="connsiteX18" fmla="*/ 0 w 4501509"/>
              <a:gd name="connsiteY18" fmla="*/ 506730 h 868680"/>
              <a:gd name="connsiteX19" fmla="*/ 0 w 4501509"/>
              <a:gd name="connsiteY19" fmla="*/ 506730 h 868680"/>
              <a:gd name="connsiteX20" fmla="*/ 0 w 4501509"/>
              <a:gd name="connsiteY20" fmla="*/ 144783 h 86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01509" h="868680" fill="none" extrusionOk="0">
                <a:moveTo>
                  <a:pt x="0" y="144783"/>
                </a:moveTo>
                <a:cubicBezTo>
                  <a:pt x="-4050" y="72064"/>
                  <a:pt x="68891" y="3024"/>
                  <a:pt x="144783" y="0"/>
                </a:cubicBezTo>
                <a:cubicBezTo>
                  <a:pt x="313958" y="1092"/>
                  <a:pt x="683090" y="27279"/>
                  <a:pt x="750252" y="0"/>
                </a:cubicBezTo>
                <a:lnTo>
                  <a:pt x="750252" y="0"/>
                </a:lnTo>
                <a:cubicBezTo>
                  <a:pt x="1267924" y="-47979"/>
                  <a:pt x="1462421" y="23142"/>
                  <a:pt x="1875629" y="0"/>
                </a:cubicBezTo>
                <a:cubicBezTo>
                  <a:pt x="2736226" y="-118311"/>
                  <a:pt x="3321669" y="101145"/>
                  <a:pt x="4356726" y="0"/>
                </a:cubicBezTo>
                <a:cubicBezTo>
                  <a:pt x="4437896" y="-6913"/>
                  <a:pt x="4490021" y="64172"/>
                  <a:pt x="4501509" y="144783"/>
                </a:cubicBezTo>
                <a:cubicBezTo>
                  <a:pt x="4531345" y="323666"/>
                  <a:pt x="4494483" y="327853"/>
                  <a:pt x="4501509" y="506730"/>
                </a:cubicBezTo>
                <a:lnTo>
                  <a:pt x="4501509" y="506730"/>
                </a:lnTo>
                <a:cubicBezTo>
                  <a:pt x="4510787" y="602937"/>
                  <a:pt x="4513562" y="631573"/>
                  <a:pt x="4501509" y="723900"/>
                </a:cubicBezTo>
                <a:lnTo>
                  <a:pt x="4501509" y="723897"/>
                </a:lnTo>
                <a:cubicBezTo>
                  <a:pt x="4503029" y="804334"/>
                  <a:pt x="4436639" y="867690"/>
                  <a:pt x="4356726" y="868680"/>
                </a:cubicBezTo>
                <a:cubicBezTo>
                  <a:pt x="3240559" y="916127"/>
                  <a:pt x="2865894" y="877112"/>
                  <a:pt x="1875629" y="868680"/>
                </a:cubicBezTo>
                <a:cubicBezTo>
                  <a:pt x="1637439" y="918405"/>
                  <a:pt x="903006" y="1009394"/>
                  <a:pt x="625125" y="1152365"/>
                </a:cubicBezTo>
                <a:cubicBezTo>
                  <a:pt x="677365" y="1019015"/>
                  <a:pt x="710871" y="930204"/>
                  <a:pt x="750252" y="868680"/>
                </a:cubicBezTo>
                <a:cubicBezTo>
                  <a:pt x="493285" y="902617"/>
                  <a:pt x="239487" y="888627"/>
                  <a:pt x="144783" y="868680"/>
                </a:cubicBezTo>
                <a:cubicBezTo>
                  <a:pt x="54446" y="874498"/>
                  <a:pt x="774" y="805954"/>
                  <a:pt x="0" y="723897"/>
                </a:cubicBezTo>
                <a:lnTo>
                  <a:pt x="0" y="723900"/>
                </a:lnTo>
                <a:cubicBezTo>
                  <a:pt x="9559" y="672948"/>
                  <a:pt x="-9650" y="565331"/>
                  <a:pt x="0" y="506730"/>
                </a:cubicBezTo>
                <a:lnTo>
                  <a:pt x="0" y="506730"/>
                </a:lnTo>
                <a:cubicBezTo>
                  <a:pt x="-22012" y="442624"/>
                  <a:pt x="-27950" y="277453"/>
                  <a:pt x="0" y="144783"/>
                </a:cubicBezTo>
                <a:close/>
              </a:path>
              <a:path w="4501509" h="868680" stroke="0" extrusionOk="0">
                <a:moveTo>
                  <a:pt x="0" y="144783"/>
                </a:moveTo>
                <a:cubicBezTo>
                  <a:pt x="-9387" y="59032"/>
                  <a:pt x="51595" y="4964"/>
                  <a:pt x="144783" y="0"/>
                </a:cubicBezTo>
                <a:cubicBezTo>
                  <a:pt x="340162" y="40527"/>
                  <a:pt x="546523" y="49982"/>
                  <a:pt x="750252" y="0"/>
                </a:cubicBezTo>
                <a:lnTo>
                  <a:pt x="750252" y="0"/>
                </a:lnTo>
                <a:cubicBezTo>
                  <a:pt x="881775" y="11366"/>
                  <a:pt x="1678638" y="23941"/>
                  <a:pt x="1875629" y="0"/>
                </a:cubicBezTo>
                <a:cubicBezTo>
                  <a:pt x="2738789" y="-20187"/>
                  <a:pt x="3297723" y="-152480"/>
                  <a:pt x="4356726" y="0"/>
                </a:cubicBezTo>
                <a:cubicBezTo>
                  <a:pt x="4439996" y="393"/>
                  <a:pt x="4503516" y="60692"/>
                  <a:pt x="4501509" y="144783"/>
                </a:cubicBezTo>
                <a:cubicBezTo>
                  <a:pt x="4506894" y="319004"/>
                  <a:pt x="4502961" y="337747"/>
                  <a:pt x="4501509" y="506730"/>
                </a:cubicBezTo>
                <a:lnTo>
                  <a:pt x="4501509" y="506730"/>
                </a:lnTo>
                <a:cubicBezTo>
                  <a:pt x="4496165" y="542284"/>
                  <a:pt x="4491471" y="631043"/>
                  <a:pt x="4501509" y="723900"/>
                </a:cubicBezTo>
                <a:lnTo>
                  <a:pt x="4501509" y="723897"/>
                </a:lnTo>
                <a:cubicBezTo>
                  <a:pt x="4504677" y="805631"/>
                  <a:pt x="4446957" y="871149"/>
                  <a:pt x="4356726" y="868680"/>
                </a:cubicBezTo>
                <a:cubicBezTo>
                  <a:pt x="3865872" y="1030877"/>
                  <a:pt x="2500372" y="940842"/>
                  <a:pt x="1875629" y="868680"/>
                </a:cubicBezTo>
                <a:cubicBezTo>
                  <a:pt x="1449653" y="1039827"/>
                  <a:pt x="977783" y="1107031"/>
                  <a:pt x="625125" y="1152365"/>
                </a:cubicBezTo>
                <a:cubicBezTo>
                  <a:pt x="659767" y="1065837"/>
                  <a:pt x="676540" y="976155"/>
                  <a:pt x="750252" y="868680"/>
                </a:cubicBezTo>
                <a:cubicBezTo>
                  <a:pt x="450599" y="818836"/>
                  <a:pt x="356602" y="827181"/>
                  <a:pt x="144783" y="868680"/>
                </a:cubicBezTo>
                <a:cubicBezTo>
                  <a:pt x="55257" y="870251"/>
                  <a:pt x="-4713" y="800606"/>
                  <a:pt x="0" y="723897"/>
                </a:cubicBezTo>
                <a:lnTo>
                  <a:pt x="0" y="723900"/>
                </a:lnTo>
                <a:cubicBezTo>
                  <a:pt x="8783" y="664873"/>
                  <a:pt x="-13253" y="537594"/>
                  <a:pt x="0" y="506730"/>
                </a:cubicBezTo>
                <a:lnTo>
                  <a:pt x="0" y="506730"/>
                </a:lnTo>
                <a:cubicBezTo>
                  <a:pt x="14030" y="408331"/>
                  <a:pt x="21887" y="278628"/>
                  <a:pt x="0" y="144783"/>
                </a:cubicBez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36113"/>
                      <a:gd name="adj2" fmla="val 82657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テンプレートマクロを設定しておけるので、ページ毎の情報粒度が合わせやすい</a:t>
            </a: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A96D8D2A-45A3-4C7E-ABB4-7DEAB567A360}"/>
              </a:ext>
            </a:extLst>
          </p:cNvPr>
          <p:cNvSpPr/>
          <p:nvPr/>
        </p:nvSpPr>
        <p:spPr>
          <a:xfrm>
            <a:off x="2432690" y="3429000"/>
            <a:ext cx="6266810" cy="1131026"/>
          </a:xfrm>
          <a:custGeom>
            <a:avLst/>
            <a:gdLst>
              <a:gd name="connsiteX0" fmla="*/ 0 w 6266810"/>
              <a:gd name="connsiteY0" fmla="*/ 188508 h 1131026"/>
              <a:gd name="connsiteX1" fmla="*/ 188508 w 6266810"/>
              <a:gd name="connsiteY1" fmla="*/ 0 h 1131026"/>
              <a:gd name="connsiteX2" fmla="*/ 1044468 w 6266810"/>
              <a:gd name="connsiteY2" fmla="*/ 0 h 1131026"/>
              <a:gd name="connsiteX3" fmla="*/ 1044468 w 6266810"/>
              <a:gd name="connsiteY3" fmla="*/ 0 h 1131026"/>
              <a:gd name="connsiteX4" fmla="*/ 2611171 w 6266810"/>
              <a:gd name="connsiteY4" fmla="*/ 0 h 1131026"/>
              <a:gd name="connsiteX5" fmla="*/ 6078302 w 6266810"/>
              <a:gd name="connsiteY5" fmla="*/ 0 h 1131026"/>
              <a:gd name="connsiteX6" fmla="*/ 6266810 w 6266810"/>
              <a:gd name="connsiteY6" fmla="*/ 188508 h 1131026"/>
              <a:gd name="connsiteX7" fmla="*/ 6266810 w 6266810"/>
              <a:gd name="connsiteY7" fmla="*/ 659765 h 1131026"/>
              <a:gd name="connsiteX8" fmla="*/ 6266810 w 6266810"/>
              <a:gd name="connsiteY8" fmla="*/ 659765 h 1131026"/>
              <a:gd name="connsiteX9" fmla="*/ 6266810 w 6266810"/>
              <a:gd name="connsiteY9" fmla="*/ 942522 h 1131026"/>
              <a:gd name="connsiteX10" fmla="*/ 6266810 w 6266810"/>
              <a:gd name="connsiteY10" fmla="*/ 942518 h 1131026"/>
              <a:gd name="connsiteX11" fmla="*/ 6078302 w 6266810"/>
              <a:gd name="connsiteY11" fmla="*/ 1131026 h 1131026"/>
              <a:gd name="connsiteX12" fmla="*/ 2611171 w 6266810"/>
              <a:gd name="connsiteY12" fmla="*/ 1131026 h 1131026"/>
              <a:gd name="connsiteX13" fmla="*/ 870272 w 6266810"/>
              <a:gd name="connsiteY13" fmla="*/ 1500385 h 1131026"/>
              <a:gd name="connsiteX14" fmla="*/ 1044468 w 6266810"/>
              <a:gd name="connsiteY14" fmla="*/ 1131026 h 1131026"/>
              <a:gd name="connsiteX15" fmla="*/ 188508 w 6266810"/>
              <a:gd name="connsiteY15" fmla="*/ 1131026 h 1131026"/>
              <a:gd name="connsiteX16" fmla="*/ 0 w 6266810"/>
              <a:gd name="connsiteY16" fmla="*/ 942518 h 1131026"/>
              <a:gd name="connsiteX17" fmla="*/ 0 w 6266810"/>
              <a:gd name="connsiteY17" fmla="*/ 942522 h 1131026"/>
              <a:gd name="connsiteX18" fmla="*/ 0 w 6266810"/>
              <a:gd name="connsiteY18" fmla="*/ 659765 h 1131026"/>
              <a:gd name="connsiteX19" fmla="*/ 0 w 6266810"/>
              <a:gd name="connsiteY19" fmla="*/ 659765 h 1131026"/>
              <a:gd name="connsiteX20" fmla="*/ 0 w 6266810"/>
              <a:gd name="connsiteY20" fmla="*/ 188508 h 113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66810" h="1131026" fill="none" extrusionOk="0">
                <a:moveTo>
                  <a:pt x="0" y="188508"/>
                </a:moveTo>
                <a:cubicBezTo>
                  <a:pt x="-6771" y="96505"/>
                  <a:pt x="85685" y="957"/>
                  <a:pt x="188508" y="0"/>
                </a:cubicBezTo>
                <a:cubicBezTo>
                  <a:pt x="590143" y="52271"/>
                  <a:pt x="888531" y="-59055"/>
                  <a:pt x="1044468" y="0"/>
                </a:cubicBezTo>
                <a:lnTo>
                  <a:pt x="1044468" y="0"/>
                </a:lnTo>
                <a:cubicBezTo>
                  <a:pt x="1738623" y="-111865"/>
                  <a:pt x="2400867" y="-112350"/>
                  <a:pt x="2611171" y="0"/>
                </a:cubicBezTo>
                <a:cubicBezTo>
                  <a:pt x="3242762" y="-118311"/>
                  <a:pt x="4739211" y="101145"/>
                  <a:pt x="6078302" y="0"/>
                </a:cubicBezTo>
                <a:cubicBezTo>
                  <a:pt x="6185312" y="-16585"/>
                  <a:pt x="6253519" y="83646"/>
                  <a:pt x="6266810" y="188508"/>
                </a:cubicBezTo>
                <a:cubicBezTo>
                  <a:pt x="6259945" y="266219"/>
                  <a:pt x="6306430" y="494209"/>
                  <a:pt x="6266810" y="659765"/>
                </a:cubicBezTo>
                <a:lnTo>
                  <a:pt x="6266810" y="659765"/>
                </a:lnTo>
                <a:cubicBezTo>
                  <a:pt x="6248742" y="764816"/>
                  <a:pt x="6279834" y="859519"/>
                  <a:pt x="6266810" y="942522"/>
                </a:cubicBezTo>
                <a:lnTo>
                  <a:pt x="6266810" y="942518"/>
                </a:lnTo>
                <a:cubicBezTo>
                  <a:pt x="6275441" y="1049332"/>
                  <a:pt x="6182030" y="1123094"/>
                  <a:pt x="6078302" y="1131026"/>
                </a:cubicBezTo>
                <a:cubicBezTo>
                  <a:pt x="5689411" y="1178473"/>
                  <a:pt x="3456155" y="1139458"/>
                  <a:pt x="2611171" y="1131026"/>
                </a:cubicBezTo>
                <a:cubicBezTo>
                  <a:pt x="1909024" y="1362194"/>
                  <a:pt x="1200634" y="1402113"/>
                  <a:pt x="870272" y="1500385"/>
                </a:cubicBezTo>
                <a:cubicBezTo>
                  <a:pt x="905332" y="1400569"/>
                  <a:pt x="967147" y="1306387"/>
                  <a:pt x="1044468" y="1131026"/>
                </a:cubicBezTo>
                <a:cubicBezTo>
                  <a:pt x="795258" y="1187015"/>
                  <a:pt x="546434" y="1112684"/>
                  <a:pt x="188508" y="1131026"/>
                </a:cubicBezTo>
                <a:cubicBezTo>
                  <a:pt x="69296" y="1139494"/>
                  <a:pt x="640" y="1048363"/>
                  <a:pt x="0" y="942518"/>
                </a:cubicBezTo>
                <a:lnTo>
                  <a:pt x="0" y="942522"/>
                </a:lnTo>
                <a:cubicBezTo>
                  <a:pt x="-24155" y="849655"/>
                  <a:pt x="4711" y="796235"/>
                  <a:pt x="0" y="659765"/>
                </a:cubicBezTo>
                <a:lnTo>
                  <a:pt x="0" y="659765"/>
                </a:lnTo>
                <a:cubicBezTo>
                  <a:pt x="-32530" y="446813"/>
                  <a:pt x="9532" y="349896"/>
                  <a:pt x="0" y="188508"/>
                </a:cubicBezTo>
                <a:close/>
              </a:path>
              <a:path w="6266810" h="1131026" stroke="0" extrusionOk="0">
                <a:moveTo>
                  <a:pt x="0" y="188508"/>
                </a:moveTo>
                <a:cubicBezTo>
                  <a:pt x="-17245" y="73761"/>
                  <a:pt x="79576" y="1810"/>
                  <a:pt x="188508" y="0"/>
                </a:cubicBezTo>
                <a:cubicBezTo>
                  <a:pt x="310846" y="-74282"/>
                  <a:pt x="865051" y="20932"/>
                  <a:pt x="1044468" y="0"/>
                </a:cubicBezTo>
                <a:lnTo>
                  <a:pt x="1044468" y="0"/>
                </a:lnTo>
                <a:cubicBezTo>
                  <a:pt x="1528098" y="124904"/>
                  <a:pt x="2050763" y="-24789"/>
                  <a:pt x="2611171" y="0"/>
                </a:cubicBezTo>
                <a:cubicBezTo>
                  <a:pt x="3247616" y="-20187"/>
                  <a:pt x="5647302" y="-152480"/>
                  <a:pt x="6078302" y="0"/>
                </a:cubicBezTo>
                <a:cubicBezTo>
                  <a:pt x="6191166" y="1038"/>
                  <a:pt x="6267973" y="82004"/>
                  <a:pt x="6266810" y="188508"/>
                </a:cubicBezTo>
                <a:cubicBezTo>
                  <a:pt x="6286843" y="392545"/>
                  <a:pt x="6306570" y="487986"/>
                  <a:pt x="6266810" y="659765"/>
                </a:cubicBezTo>
                <a:lnTo>
                  <a:pt x="6266810" y="659765"/>
                </a:lnTo>
                <a:cubicBezTo>
                  <a:pt x="6270089" y="795485"/>
                  <a:pt x="6262345" y="858459"/>
                  <a:pt x="6266810" y="942522"/>
                </a:cubicBezTo>
                <a:lnTo>
                  <a:pt x="6266810" y="942518"/>
                </a:lnTo>
                <a:cubicBezTo>
                  <a:pt x="6278902" y="1053398"/>
                  <a:pt x="6195102" y="1134077"/>
                  <a:pt x="6078302" y="1131026"/>
                </a:cubicBezTo>
                <a:cubicBezTo>
                  <a:pt x="4471236" y="1293223"/>
                  <a:pt x="3895936" y="1203188"/>
                  <a:pt x="2611171" y="1131026"/>
                </a:cubicBezTo>
                <a:cubicBezTo>
                  <a:pt x="2132343" y="1183662"/>
                  <a:pt x="1561494" y="1199064"/>
                  <a:pt x="870272" y="1500385"/>
                </a:cubicBezTo>
                <a:cubicBezTo>
                  <a:pt x="936527" y="1334259"/>
                  <a:pt x="987430" y="1243107"/>
                  <a:pt x="1044468" y="1131026"/>
                </a:cubicBezTo>
                <a:cubicBezTo>
                  <a:pt x="716938" y="1122650"/>
                  <a:pt x="526459" y="1199888"/>
                  <a:pt x="188508" y="1131026"/>
                </a:cubicBezTo>
                <a:cubicBezTo>
                  <a:pt x="82061" y="1131410"/>
                  <a:pt x="-11571" y="1038644"/>
                  <a:pt x="0" y="942518"/>
                </a:cubicBezTo>
                <a:lnTo>
                  <a:pt x="0" y="942522"/>
                </a:lnTo>
                <a:cubicBezTo>
                  <a:pt x="-10527" y="855263"/>
                  <a:pt x="2075" y="740963"/>
                  <a:pt x="0" y="659765"/>
                </a:cubicBezTo>
                <a:lnTo>
                  <a:pt x="0" y="659765"/>
                </a:lnTo>
                <a:cubicBezTo>
                  <a:pt x="-40321" y="549712"/>
                  <a:pt x="-40809" y="301471"/>
                  <a:pt x="0" y="188508"/>
                </a:cubicBez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36113"/>
                      <a:gd name="adj2" fmla="val 82657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概要を文章で分かるようにルール化することで、</a:t>
            </a:r>
            <a:b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無駄なヒアリング時間を削除＆会議資料作成の手間を削減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6F68C74-347D-4186-B069-D7FACD2B0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4443"/>
            <a:ext cx="12192000" cy="940913"/>
          </a:xfrm>
          <a:prstGeom prst="rect">
            <a:avLst/>
          </a:prstGeom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132C488C-0359-4861-B515-AE4178D832F6}"/>
              </a:ext>
            </a:extLst>
          </p:cNvPr>
          <p:cNvSpPr/>
          <p:nvPr/>
        </p:nvSpPr>
        <p:spPr>
          <a:xfrm>
            <a:off x="1864684" y="5617684"/>
            <a:ext cx="6517315" cy="1131026"/>
          </a:xfrm>
          <a:custGeom>
            <a:avLst/>
            <a:gdLst>
              <a:gd name="connsiteX0" fmla="*/ 0 w 6517315"/>
              <a:gd name="connsiteY0" fmla="*/ 188508 h 1131026"/>
              <a:gd name="connsiteX1" fmla="*/ 188508 w 6517315"/>
              <a:gd name="connsiteY1" fmla="*/ 0 h 1131026"/>
              <a:gd name="connsiteX2" fmla="*/ 1086219 w 6517315"/>
              <a:gd name="connsiteY2" fmla="*/ 0 h 1131026"/>
              <a:gd name="connsiteX3" fmla="*/ 1086219 w 6517315"/>
              <a:gd name="connsiteY3" fmla="*/ 0 h 1131026"/>
              <a:gd name="connsiteX4" fmla="*/ 2715548 w 6517315"/>
              <a:gd name="connsiteY4" fmla="*/ 0 h 1131026"/>
              <a:gd name="connsiteX5" fmla="*/ 6328807 w 6517315"/>
              <a:gd name="connsiteY5" fmla="*/ 0 h 1131026"/>
              <a:gd name="connsiteX6" fmla="*/ 6517315 w 6517315"/>
              <a:gd name="connsiteY6" fmla="*/ 188508 h 1131026"/>
              <a:gd name="connsiteX7" fmla="*/ 6517315 w 6517315"/>
              <a:gd name="connsiteY7" fmla="*/ 188504 h 1131026"/>
              <a:gd name="connsiteX8" fmla="*/ 6517315 w 6517315"/>
              <a:gd name="connsiteY8" fmla="*/ 188504 h 1131026"/>
              <a:gd name="connsiteX9" fmla="*/ 6517315 w 6517315"/>
              <a:gd name="connsiteY9" fmla="*/ 471261 h 1131026"/>
              <a:gd name="connsiteX10" fmla="*/ 6517315 w 6517315"/>
              <a:gd name="connsiteY10" fmla="*/ 942518 h 1131026"/>
              <a:gd name="connsiteX11" fmla="*/ 6328807 w 6517315"/>
              <a:gd name="connsiteY11" fmla="*/ 1131026 h 1131026"/>
              <a:gd name="connsiteX12" fmla="*/ 2715548 w 6517315"/>
              <a:gd name="connsiteY12" fmla="*/ 1131026 h 1131026"/>
              <a:gd name="connsiteX13" fmla="*/ 1086219 w 6517315"/>
              <a:gd name="connsiteY13" fmla="*/ 1131026 h 1131026"/>
              <a:gd name="connsiteX14" fmla="*/ 1086219 w 6517315"/>
              <a:gd name="connsiteY14" fmla="*/ 1131026 h 1131026"/>
              <a:gd name="connsiteX15" fmla="*/ 188508 w 6517315"/>
              <a:gd name="connsiteY15" fmla="*/ 1131026 h 1131026"/>
              <a:gd name="connsiteX16" fmla="*/ 0 w 6517315"/>
              <a:gd name="connsiteY16" fmla="*/ 942518 h 1131026"/>
              <a:gd name="connsiteX17" fmla="*/ 0 w 6517315"/>
              <a:gd name="connsiteY17" fmla="*/ 471261 h 1131026"/>
              <a:gd name="connsiteX18" fmla="*/ -588839 w 6517315"/>
              <a:gd name="connsiteY18" fmla="*/ 547880 h 1131026"/>
              <a:gd name="connsiteX19" fmla="*/ 0 w 6517315"/>
              <a:gd name="connsiteY19" fmla="*/ 188504 h 1131026"/>
              <a:gd name="connsiteX20" fmla="*/ 0 w 6517315"/>
              <a:gd name="connsiteY20" fmla="*/ 188508 h 113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517315" h="1131026" fill="none" extrusionOk="0">
                <a:moveTo>
                  <a:pt x="0" y="188508"/>
                </a:moveTo>
                <a:cubicBezTo>
                  <a:pt x="-6771" y="96505"/>
                  <a:pt x="85685" y="957"/>
                  <a:pt x="188508" y="0"/>
                </a:cubicBezTo>
                <a:cubicBezTo>
                  <a:pt x="305143" y="-23178"/>
                  <a:pt x="919016" y="11434"/>
                  <a:pt x="1086219" y="0"/>
                </a:cubicBezTo>
                <a:lnTo>
                  <a:pt x="1086219" y="0"/>
                </a:lnTo>
                <a:cubicBezTo>
                  <a:pt x="1563717" y="42350"/>
                  <a:pt x="2204287" y="28090"/>
                  <a:pt x="2715548" y="0"/>
                </a:cubicBezTo>
                <a:cubicBezTo>
                  <a:pt x="4286070" y="-118311"/>
                  <a:pt x="5449479" y="101145"/>
                  <a:pt x="6328807" y="0"/>
                </a:cubicBezTo>
                <a:cubicBezTo>
                  <a:pt x="6435817" y="-16585"/>
                  <a:pt x="6504024" y="83646"/>
                  <a:pt x="6517315" y="188508"/>
                </a:cubicBezTo>
                <a:lnTo>
                  <a:pt x="6517315" y="188504"/>
                </a:lnTo>
                <a:lnTo>
                  <a:pt x="6517315" y="188504"/>
                </a:lnTo>
                <a:cubicBezTo>
                  <a:pt x="6532224" y="237933"/>
                  <a:pt x="6538613" y="376144"/>
                  <a:pt x="6517315" y="471261"/>
                </a:cubicBezTo>
                <a:cubicBezTo>
                  <a:pt x="6539762" y="680168"/>
                  <a:pt x="6500020" y="825275"/>
                  <a:pt x="6517315" y="942518"/>
                </a:cubicBezTo>
                <a:cubicBezTo>
                  <a:pt x="6525946" y="1049332"/>
                  <a:pt x="6432535" y="1123094"/>
                  <a:pt x="6328807" y="1131026"/>
                </a:cubicBezTo>
                <a:cubicBezTo>
                  <a:pt x="4982566" y="1178473"/>
                  <a:pt x="4113985" y="1139458"/>
                  <a:pt x="2715548" y="1131026"/>
                </a:cubicBezTo>
                <a:cubicBezTo>
                  <a:pt x="2346913" y="1158435"/>
                  <a:pt x="1532567" y="1027840"/>
                  <a:pt x="1086219" y="1131026"/>
                </a:cubicBezTo>
                <a:lnTo>
                  <a:pt x="1086219" y="1131026"/>
                </a:lnTo>
                <a:cubicBezTo>
                  <a:pt x="929712" y="1202847"/>
                  <a:pt x="584313" y="1206750"/>
                  <a:pt x="188508" y="1131026"/>
                </a:cubicBezTo>
                <a:cubicBezTo>
                  <a:pt x="75064" y="1127448"/>
                  <a:pt x="2185" y="1044479"/>
                  <a:pt x="0" y="942518"/>
                </a:cubicBezTo>
                <a:cubicBezTo>
                  <a:pt x="3705" y="743430"/>
                  <a:pt x="6853" y="535787"/>
                  <a:pt x="0" y="471261"/>
                </a:cubicBezTo>
                <a:cubicBezTo>
                  <a:pt x="-207418" y="523035"/>
                  <a:pt x="-383580" y="570781"/>
                  <a:pt x="-588839" y="547880"/>
                </a:cubicBezTo>
                <a:cubicBezTo>
                  <a:pt x="-503598" y="496295"/>
                  <a:pt x="-193012" y="307854"/>
                  <a:pt x="0" y="188504"/>
                </a:cubicBezTo>
                <a:lnTo>
                  <a:pt x="0" y="188508"/>
                </a:lnTo>
                <a:close/>
              </a:path>
              <a:path w="6517315" h="1131026" stroke="0" extrusionOk="0">
                <a:moveTo>
                  <a:pt x="0" y="188508"/>
                </a:moveTo>
                <a:cubicBezTo>
                  <a:pt x="-17245" y="73761"/>
                  <a:pt x="79576" y="1810"/>
                  <a:pt x="188508" y="0"/>
                </a:cubicBezTo>
                <a:cubicBezTo>
                  <a:pt x="583606" y="6168"/>
                  <a:pt x="972736" y="-13977"/>
                  <a:pt x="1086219" y="0"/>
                </a:cubicBezTo>
                <a:lnTo>
                  <a:pt x="1086219" y="0"/>
                </a:lnTo>
                <a:cubicBezTo>
                  <a:pt x="1706149" y="-55489"/>
                  <a:pt x="1986191" y="-49928"/>
                  <a:pt x="2715548" y="0"/>
                </a:cubicBezTo>
                <a:cubicBezTo>
                  <a:pt x="3572407" y="-20187"/>
                  <a:pt x="5025597" y="-152480"/>
                  <a:pt x="6328807" y="0"/>
                </a:cubicBezTo>
                <a:cubicBezTo>
                  <a:pt x="6441671" y="1038"/>
                  <a:pt x="6518478" y="82004"/>
                  <a:pt x="6517315" y="188508"/>
                </a:cubicBezTo>
                <a:lnTo>
                  <a:pt x="6517315" y="188504"/>
                </a:lnTo>
                <a:lnTo>
                  <a:pt x="6517315" y="188504"/>
                </a:lnTo>
                <a:cubicBezTo>
                  <a:pt x="6536121" y="225726"/>
                  <a:pt x="6535429" y="340045"/>
                  <a:pt x="6517315" y="471261"/>
                </a:cubicBezTo>
                <a:cubicBezTo>
                  <a:pt x="6520225" y="550819"/>
                  <a:pt x="6499823" y="815498"/>
                  <a:pt x="6517315" y="942518"/>
                </a:cubicBezTo>
                <a:cubicBezTo>
                  <a:pt x="6529407" y="1053398"/>
                  <a:pt x="6445607" y="1134077"/>
                  <a:pt x="6328807" y="1131026"/>
                </a:cubicBezTo>
                <a:cubicBezTo>
                  <a:pt x="5563598" y="1293223"/>
                  <a:pt x="3436616" y="1203188"/>
                  <a:pt x="2715548" y="1131026"/>
                </a:cubicBezTo>
                <a:cubicBezTo>
                  <a:pt x="2479086" y="986093"/>
                  <a:pt x="1349830" y="1044343"/>
                  <a:pt x="1086219" y="1131026"/>
                </a:cubicBezTo>
                <a:lnTo>
                  <a:pt x="1086219" y="1131026"/>
                </a:lnTo>
                <a:cubicBezTo>
                  <a:pt x="700105" y="1103140"/>
                  <a:pt x="439772" y="1114348"/>
                  <a:pt x="188508" y="1131026"/>
                </a:cubicBezTo>
                <a:cubicBezTo>
                  <a:pt x="92480" y="1123950"/>
                  <a:pt x="1697" y="1038647"/>
                  <a:pt x="0" y="942518"/>
                </a:cubicBezTo>
                <a:cubicBezTo>
                  <a:pt x="-517" y="872440"/>
                  <a:pt x="-22239" y="699878"/>
                  <a:pt x="0" y="471261"/>
                </a:cubicBezTo>
                <a:cubicBezTo>
                  <a:pt x="-190478" y="473111"/>
                  <a:pt x="-303106" y="558032"/>
                  <a:pt x="-588839" y="547880"/>
                </a:cubicBezTo>
                <a:cubicBezTo>
                  <a:pt x="-371130" y="383262"/>
                  <a:pt x="-151593" y="352176"/>
                  <a:pt x="0" y="188504"/>
                </a:cubicBezTo>
                <a:lnTo>
                  <a:pt x="0" y="188508"/>
                </a:ln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59035"/>
                      <a:gd name="adj2" fmla="val -1559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コメント機能で、ページに紐づいた質疑応答が可能</a:t>
            </a:r>
            <a:b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チャットだと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埋もれがちな、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comment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の紐づき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257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F2367A90-D9E8-44C1-A926-84CDD238B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475"/>
            <a:ext cx="12192000" cy="6539051"/>
          </a:xfrm>
          <a:prstGeom prst="rect">
            <a:avLst/>
          </a:prstGeom>
        </p:spPr>
      </p:pic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D7972DA6-27FD-4F2A-B2D4-239153BDD08B}"/>
              </a:ext>
            </a:extLst>
          </p:cNvPr>
          <p:cNvSpPr/>
          <p:nvPr/>
        </p:nvSpPr>
        <p:spPr>
          <a:xfrm>
            <a:off x="4709484" y="222475"/>
            <a:ext cx="6517315" cy="1131026"/>
          </a:xfrm>
          <a:custGeom>
            <a:avLst/>
            <a:gdLst>
              <a:gd name="connsiteX0" fmla="*/ 0 w 6517315"/>
              <a:gd name="connsiteY0" fmla="*/ 188508 h 1131026"/>
              <a:gd name="connsiteX1" fmla="*/ 188508 w 6517315"/>
              <a:gd name="connsiteY1" fmla="*/ 0 h 1131026"/>
              <a:gd name="connsiteX2" fmla="*/ 1086219 w 6517315"/>
              <a:gd name="connsiteY2" fmla="*/ 0 h 1131026"/>
              <a:gd name="connsiteX3" fmla="*/ 1086219 w 6517315"/>
              <a:gd name="connsiteY3" fmla="*/ 0 h 1131026"/>
              <a:gd name="connsiteX4" fmla="*/ 2715548 w 6517315"/>
              <a:gd name="connsiteY4" fmla="*/ 0 h 1131026"/>
              <a:gd name="connsiteX5" fmla="*/ 6328807 w 6517315"/>
              <a:gd name="connsiteY5" fmla="*/ 0 h 1131026"/>
              <a:gd name="connsiteX6" fmla="*/ 6517315 w 6517315"/>
              <a:gd name="connsiteY6" fmla="*/ 188508 h 1131026"/>
              <a:gd name="connsiteX7" fmla="*/ 6517315 w 6517315"/>
              <a:gd name="connsiteY7" fmla="*/ 188504 h 1131026"/>
              <a:gd name="connsiteX8" fmla="*/ 6517315 w 6517315"/>
              <a:gd name="connsiteY8" fmla="*/ 188504 h 1131026"/>
              <a:gd name="connsiteX9" fmla="*/ 6517315 w 6517315"/>
              <a:gd name="connsiteY9" fmla="*/ 471261 h 1131026"/>
              <a:gd name="connsiteX10" fmla="*/ 6517315 w 6517315"/>
              <a:gd name="connsiteY10" fmla="*/ 942518 h 1131026"/>
              <a:gd name="connsiteX11" fmla="*/ 6328807 w 6517315"/>
              <a:gd name="connsiteY11" fmla="*/ 1131026 h 1131026"/>
              <a:gd name="connsiteX12" fmla="*/ 2715548 w 6517315"/>
              <a:gd name="connsiteY12" fmla="*/ 1131026 h 1131026"/>
              <a:gd name="connsiteX13" fmla="*/ 1086219 w 6517315"/>
              <a:gd name="connsiteY13" fmla="*/ 1131026 h 1131026"/>
              <a:gd name="connsiteX14" fmla="*/ 1086219 w 6517315"/>
              <a:gd name="connsiteY14" fmla="*/ 1131026 h 1131026"/>
              <a:gd name="connsiteX15" fmla="*/ 188508 w 6517315"/>
              <a:gd name="connsiteY15" fmla="*/ 1131026 h 1131026"/>
              <a:gd name="connsiteX16" fmla="*/ 0 w 6517315"/>
              <a:gd name="connsiteY16" fmla="*/ 942518 h 1131026"/>
              <a:gd name="connsiteX17" fmla="*/ 0 w 6517315"/>
              <a:gd name="connsiteY17" fmla="*/ 471261 h 1131026"/>
              <a:gd name="connsiteX18" fmla="*/ -3070763 w 6517315"/>
              <a:gd name="connsiteY18" fmla="*/ 97936 h 1131026"/>
              <a:gd name="connsiteX19" fmla="*/ 0 w 6517315"/>
              <a:gd name="connsiteY19" fmla="*/ 188504 h 1131026"/>
              <a:gd name="connsiteX20" fmla="*/ 0 w 6517315"/>
              <a:gd name="connsiteY20" fmla="*/ 188508 h 113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517315" h="1131026" fill="none" extrusionOk="0">
                <a:moveTo>
                  <a:pt x="0" y="188508"/>
                </a:moveTo>
                <a:cubicBezTo>
                  <a:pt x="-6771" y="96505"/>
                  <a:pt x="85685" y="957"/>
                  <a:pt x="188508" y="0"/>
                </a:cubicBezTo>
                <a:cubicBezTo>
                  <a:pt x="305143" y="-23178"/>
                  <a:pt x="919016" y="11434"/>
                  <a:pt x="1086219" y="0"/>
                </a:cubicBezTo>
                <a:lnTo>
                  <a:pt x="1086219" y="0"/>
                </a:lnTo>
                <a:cubicBezTo>
                  <a:pt x="1563717" y="42350"/>
                  <a:pt x="2204287" y="28090"/>
                  <a:pt x="2715548" y="0"/>
                </a:cubicBezTo>
                <a:cubicBezTo>
                  <a:pt x="4286070" y="-118311"/>
                  <a:pt x="5449479" y="101145"/>
                  <a:pt x="6328807" y="0"/>
                </a:cubicBezTo>
                <a:cubicBezTo>
                  <a:pt x="6435817" y="-16585"/>
                  <a:pt x="6504024" y="83646"/>
                  <a:pt x="6517315" y="188508"/>
                </a:cubicBezTo>
                <a:lnTo>
                  <a:pt x="6517315" y="188504"/>
                </a:lnTo>
                <a:lnTo>
                  <a:pt x="6517315" y="188504"/>
                </a:lnTo>
                <a:cubicBezTo>
                  <a:pt x="6532224" y="237933"/>
                  <a:pt x="6538613" y="376144"/>
                  <a:pt x="6517315" y="471261"/>
                </a:cubicBezTo>
                <a:cubicBezTo>
                  <a:pt x="6539762" y="680168"/>
                  <a:pt x="6500020" y="825275"/>
                  <a:pt x="6517315" y="942518"/>
                </a:cubicBezTo>
                <a:cubicBezTo>
                  <a:pt x="6525946" y="1049332"/>
                  <a:pt x="6432535" y="1123094"/>
                  <a:pt x="6328807" y="1131026"/>
                </a:cubicBezTo>
                <a:cubicBezTo>
                  <a:pt x="4982566" y="1178473"/>
                  <a:pt x="4113985" y="1139458"/>
                  <a:pt x="2715548" y="1131026"/>
                </a:cubicBezTo>
                <a:cubicBezTo>
                  <a:pt x="2346913" y="1158435"/>
                  <a:pt x="1532567" y="1027840"/>
                  <a:pt x="1086219" y="1131026"/>
                </a:cubicBezTo>
                <a:lnTo>
                  <a:pt x="1086219" y="1131026"/>
                </a:lnTo>
                <a:cubicBezTo>
                  <a:pt x="929712" y="1202847"/>
                  <a:pt x="584313" y="1206750"/>
                  <a:pt x="188508" y="1131026"/>
                </a:cubicBezTo>
                <a:cubicBezTo>
                  <a:pt x="75064" y="1127448"/>
                  <a:pt x="2185" y="1044479"/>
                  <a:pt x="0" y="942518"/>
                </a:cubicBezTo>
                <a:cubicBezTo>
                  <a:pt x="3705" y="743430"/>
                  <a:pt x="6853" y="535787"/>
                  <a:pt x="0" y="471261"/>
                </a:cubicBezTo>
                <a:cubicBezTo>
                  <a:pt x="-663912" y="404392"/>
                  <a:pt x="-1632291" y="140297"/>
                  <a:pt x="-3070763" y="97936"/>
                </a:cubicBezTo>
                <a:cubicBezTo>
                  <a:pt x="-2144758" y="201331"/>
                  <a:pt x="-1014216" y="272299"/>
                  <a:pt x="0" y="188504"/>
                </a:cubicBezTo>
                <a:lnTo>
                  <a:pt x="0" y="188508"/>
                </a:lnTo>
                <a:close/>
              </a:path>
              <a:path w="6517315" h="1131026" stroke="0" extrusionOk="0">
                <a:moveTo>
                  <a:pt x="0" y="188508"/>
                </a:moveTo>
                <a:cubicBezTo>
                  <a:pt x="-17245" y="73761"/>
                  <a:pt x="79576" y="1810"/>
                  <a:pt x="188508" y="0"/>
                </a:cubicBezTo>
                <a:cubicBezTo>
                  <a:pt x="583606" y="6168"/>
                  <a:pt x="972736" y="-13977"/>
                  <a:pt x="1086219" y="0"/>
                </a:cubicBezTo>
                <a:lnTo>
                  <a:pt x="1086219" y="0"/>
                </a:lnTo>
                <a:cubicBezTo>
                  <a:pt x="1706149" y="-55489"/>
                  <a:pt x="1986191" y="-49928"/>
                  <a:pt x="2715548" y="0"/>
                </a:cubicBezTo>
                <a:cubicBezTo>
                  <a:pt x="3572407" y="-20187"/>
                  <a:pt x="5025597" y="-152480"/>
                  <a:pt x="6328807" y="0"/>
                </a:cubicBezTo>
                <a:cubicBezTo>
                  <a:pt x="6441671" y="1038"/>
                  <a:pt x="6518478" y="82004"/>
                  <a:pt x="6517315" y="188508"/>
                </a:cubicBezTo>
                <a:lnTo>
                  <a:pt x="6517315" y="188504"/>
                </a:lnTo>
                <a:lnTo>
                  <a:pt x="6517315" y="188504"/>
                </a:lnTo>
                <a:cubicBezTo>
                  <a:pt x="6536121" y="225726"/>
                  <a:pt x="6535429" y="340045"/>
                  <a:pt x="6517315" y="471261"/>
                </a:cubicBezTo>
                <a:cubicBezTo>
                  <a:pt x="6520225" y="550819"/>
                  <a:pt x="6499823" y="815498"/>
                  <a:pt x="6517315" y="942518"/>
                </a:cubicBezTo>
                <a:cubicBezTo>
                  <a:pt x="6529407" y="1053398"/>
                  <a:pt x="6445607" y="1134077"/>
                  <a:pt x="6328807" y="1131026"/>
                </a:cubicBezTo>
                <a:cubicBezTo>
                  <a:pt x="5563598" y="1293223"/>
                  <a:pt x="3436616" y="1203188"/>
                  <a:pt x="2715548" y="1131026"/>
                </a:cubicBezTo>
                <a:cubicBezTo>
                  <a:pt x="2479086" y="986093"/>
                  <a:pt x="1349830" y="1044343"/>
                  <a:pt x="1086219" y="1131026"/>
                </a:cubicBezTo>
                <a:lnTo>
                  <a:pt x="1086219" y="1131026"/>
                </a:lnTo>
                <a:cubicBezTo>
                  <a:pt x="700105" y="1103140"/>
                  <a:pt x="439772" y="1114348"/>
                  <a:pt x="188508" y="1131026"/>
                </a:cubicBezTo>
                <a:cubicBezTo>
                  <a:pt x="92480" y="1123950"/>
                  <a:pt x="1697" y="1038647"/>
                  <a:pt x="0" y="942518"/>
                </a:cubicBezTo>
                <a:cubicBezTo>
                  <a:pt x="-517" y="872440"/>
                  <a:pt x="-22239" y="699878"/>
                  <a:pt x="0" y="471261"/>
                </a:cubicBezTo>
                <a:cubicBezTo>
                  <a:pt x="-696652" y="542906"/>
                  <a:pt x="-2340641" y="350920"/>
                  <a:pt x="-3070763" y="97936"/>
                </a:cubicBezTo>
                <a:cubicBezTo>
                  <a:pt x="-1658159" y="71638"/>
                  <a:pt x="-1137581" y="300586"/>
                  <a:pt x="0" y="188504"/>
                </a:cubicBezTo>
                <a:lnTo>
                  <a:pt x="0" y="188508"/>
                </a:lnTo>
                <a:close/>
              </a:path>
            </a:pathLst>
          </a:custGeo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97117"/>
                      <a:gd name="adj2" fmla="val -41341"/>
                      <a:gd name="adj3" fmla="val 166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JIRA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チケットとの連携も可能</a:t>
            </a:r>
          </a:p>
        </p:txBody>
      </p:sp>
    </p:spTree>
    <p:extLst>
      <p:ext uri="{BB962C8B-B14F-4D97-AF65-F5344CB8AC3E}">
        <p14:creationId xmlns:p14="http://schemas.microsoft.com/office/powerpoint/2010/main" val="24870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118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Tomoaki Yamabe (山辺 智晃)</dc:creator>
  <cp:lastModifiedBy>Tomoaki Yamabe (山辺 智晃)</cp:lastModifiedBy>
  <cp:revision>8</cp:revision>
  <dcterms:created xsi:type="dcterms:W3CDTF">2022-03-11T00:36:49Z</dcterms:created>
  <dcterms:modified xsi:type="dcterms:W3CDTF">2022-03-11T01:08:11Z</dcterms:modified>
</cp:coreProperties>
</file>